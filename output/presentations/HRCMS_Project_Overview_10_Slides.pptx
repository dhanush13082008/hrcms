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03ab8c33eb4f3b" /><Relationship Type="http://schemas.openxmlformats.org/officeDocument/2006/relationships/extended-properties" Target="/docProps/app.xml" Id="R2f5b1ef33d244cfe" /><Relationship Type="http://schemas.openxmlformats.org/officeDocument/2006/relationships/officeDocument" Target="/ppt/presentation.xml" Id="R5be890c691f64423" /></Relationships>
</file>

<file path=ppt/presentation.xml><?xml version="1.0" encoding="utf-8"?>
<p:presentation xmlns:p="http://schemas.openxmlformats.org/presentationml/2006/main">
  <p:sldMasterIdLst>
    <p:sldMasterId xmlns:r="http://schemas.openxmlformats.org/officeDocument/2006/relationships" id="2147483648" r:id="Rfd3bb09b0bd74ee3"/>
  </p:sldMasterIdLst>
  <p:notesMasterIdLst>
    <p:notesMasterId xmlns:r="http://schemas.openxmlformats.org/officeDocument/2006/relationships" r:id="Rb0c439a84b22455e"/>
  </p:notesMasterIdLst>
  <p:sldIdLst>
    <p:sldId xmlns:r="http://schemas.openxmlformats.org/officeDocument/2006/relationships" id="256" r:id="Ra3e814ee444a45b9"/>
    <p:sldId xmlns:r="http://schemas.openxmlformats.org/officeDocument/2006/relationships" id="257" r:id="R1573b9fb9adc4ee4"/>
    <p:sldId xmlns:r="http://schemas.openxmlformats.org/officeDocument/2006/relationships" id="258" r:id="R9d390bca8e42404a"/>
    <p:sldId xmlns:r="http://schemas.openxmlformats.org/officeDocument/2006/relationships" id="259" r:id="R24eacc0feb33456a"/>
    <p:sldId xmlns:r="http://schemas.openxmlformats.org/officeDocument/2006/relationships" id="260" r:id="R08aec2d463b54916"/>
    <p:sldId xmlns:r="http://schemas.openxmlformats.org/officeDocument/2006/relationships" id="261" r:id="Rdaaba295c7eb494f"/>
    <p:sldId xmlns:r="http://schemas.openxmlformats.org/officeDocument/2006/relationships" id="262" r:id="R5c1af58871c24420"/>
    <p:sldId xmlns:r="http://schemas.openxmlformats.org/officeDocument/2006/relationships" id="263" r:id="R8b3315b9534f4756"/>
    <p:sldId xmlns:r="http://schemas.openxmlformats.org/officeDocument/2006/relationships" id="264" r:id="R2d1708a0b18a4d1f"/>
    <p:sldId xmlns:r="http://schemas.openxmlformats.org/officeDocument/2006/relationships" id="265" r:id="Rb3a73740afa848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7f8cced0bd40e3" /><Relationship Type="http://schemas.openxmlformats.org/officeDocument/2006/relationships/slideMaster" Target="/ppt/slideMasters/slideMaster1.xml" Id="Rfd3bb09b0bd74ee3" /><Relationship Type="http://schemas.openxmlformats.org/officeDocument/2006/relationships/notesMaster" Target="/ppt/notesMasters/notesMaster1.xml" Id="Rb0c439a84b22455e" /><Relationship Type="http://schemas.openxmlformats.org/officeDocument/2006/relationships/presProps" Target="/ppt/presProps.xml" Id="R831a8f9ae8484d0d" /><Relationship Type="http://schemas.openxmlformats.org/officeDocument/2006/relationships/tableStyles" Target="/ppt/tableStyles.xml" Id="R06eace6781934467" /><Relationship Type="http://schemas.openxmlformats.org/officeDocument/2006/relationships/slide" Target="/ppt/slides/slide1.xml" Id="Ra3e814ee444a45b9" /><Relationship Type="http://schemas.openxmlformats.org/officeDocument/2006/relationships/slide" Target="/ppt/slides/slide2.xml" Id="R1573b9fb9adc4ee4" /><Relationship Type="http://schemas.openxmlformats.org/officeDocument/2006/relationships/slide" Target="/ppt/slides/slide3.xml" Id="R9d390bca8e42404a" /><Relationship Type="http://schemas.openxmlformats.org/officeDocument/2006/relationships/slide" Target="/ppt/slides/slide4.xml" Id="R24eacc0feb33456a" /><Relationship Type="http://schemas.openxmlformats.org/officeDocument/2006/relationships/slide" Target="/ppt/slides/slide5.xml" Id="R08aec2d463b54916" /><Relationship Type="http://schemas.openxmlformats.org/officeDocument/2006/relationships/slide" Target="/ppt/slides/slide6.xml" Id="Rdaaba295c7eb494f" /><Relationship Type="http://schemas.openxmlformats.org/officeDocument/2006/relationships/slide" Target="/ppt/slides/slide7.xml" Id="R5c1af58871c24420" /><Relationship Type="http://schemas.openxmlformats.org/officeDocument/2006/relationships/slide" Target="/ppt/slides/slide8.xml" Id="R8b3315b9534f4756" /><Relationship Type="http://schemas.openxmlformats.org/officeDocument/2006/relationships/slide" Target="/ppt/slides/slide9.xml" Id="R2d1708a0b18a4d1f" /><Relationship Type="http://schemas.openxmlformats.org/officeDocument/2006/relationships/slide" Target="/ppt/slides/slide10.xml" Id="Rb3a73740afa848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a4f71dc0fc43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d8878f3b964951" /><Relationship Type="http://schemas.openxmlformats.org/officeDocument/2006/relationships/notesMaster" Target="/ppt/notesMasters/notesMaster1.xml" Id="Rf025d99fb75045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647048c6854038" /><Relationship Type="http://schemas.openxmlformats.org/officeDocument/2006/relationships/notesMaster" Target="/ppt/notesMasters/notesMaster1.xml" Id="R39e269534db440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1ddbf8eda14e3d" /><Relationship Type="http://schemas.openxmlformats.org/officeDocument/2006/relationships/notesMaster" Target="/ppt/notesMasters/notesMaster1.xml" Id="R1b1df1ff7de041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37358ca85947df" /><Relationship Type="http://schemas.openxmlformats.org/officeDocument/2006/relationships/notesMaster" Target="/ppt/notesMasters/notesMaster1.xml" Id="Rb373dfdc2ffc47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658c5929934e9d" /><Relationship Type="http://schemas.openxmlformats.org/officeDocument/2006/relationships/notesMaster" Target="/ppt/notesMasters/notesMaster1.xml" Id="Rf2afd1270fb74a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330453347645c3" /><Relationship Type="http://schemas.openxmlformats.org/officeDocument/2006/relationships/notesMaster" Target="/ppt/notesMasters/notesMaster1.xml" Id="R6c1004bb613a49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c1d5222605417f" /><Relationship Type="http://schemas.openxmlformats.org/officeDocument/2006/relationships/notesMaster" Target="/ppt/notesMasters/notesMaster1.xml" Id="R963ed42b522444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c3376f4b5d4a85" /><Relationship Type="http://schemas.openxmlformats.org/officeDocument/2006/relationships/notesMaster" Target="/ppt/notesMasters/notesMaster1.xml" Id="R3958e9bf7d674b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183f0a28de4751" /><Relationship Type="http://schemas.openxmlformats.org/officeDocument/2006/relationships/notesMaster" Target="/ppt/notesMasters/notesMaster1.xml" Id="Rcdd36eae01004f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53b023d8c246ce" /><Relationship Type="http://schemas.openxmlformats.org/officeDocument/2006/relationships/notesMaster" Target="/ppt/notesMasters/notesMaster1.xml" Id="R9a0e80d50c9342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HRCMS as a web-based hostel management project focused on room allocation and maintenance complaints. The slides cover the problem, schema design, implementation, application flow, and validation. The current local database snapshot is dated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requirements were considered by user role. Students need room and complaint services. Administrators and wardens need operational controls. Maintenance staff need work that matches their block and specialty. The database supports these requirements with role-specific records, room-allocation rules, and complaint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EER model uses users as the common parent for shared login identity. Student, warden, and maintenance_staff are specialized role tables: each subtype primary key also references users.user_id. Administrator accounts do not need a subtype table. Phone numbers are multivalued, so user_phone stores one phone number per row. The role-matching triggers prevent a student row from linking to a non-student user, and similarly for wardens and staff.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conceptual entities are mapped to 13 physical tables grouped here by purpose. One-to-many relationships are represented by foreign keys on the many side. Room allocation resolves the student-room relationship and records dates and status, so historical room assignments are retained. The detailed database reference contains every field and 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1NF, explain that each field contains one value; user_phone avoids a repeating group of phone numbers. For 2NF, clarify that user_phone has a composite key but no non-key columns, so there are no partial dependencies; tables with a single-column key cannot have a partial dependency. For 3NF, explain that room capacity belongs to room_type rather than being repeated in room, and block information belongs in hostel_block.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DDL means Data Definition Language: CREATE TABLE, keys, checks, indexes, views, triggers, and procedures. DML means Data Manipulation Language: inserting and changing the sample records. The local database snapshot has 150 active students, 45 rooms, 151 room-allocation records (including history), 11 complaints, six categories, four room types, 15 active workers, one disabled worker account, three wardens, and one administrator.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layers. React/Vite presents the screens. Express validates requests, authenticates users, and decides what operations they may perform. The backend uses mysql2 to connect to MySQL. The browser never receives database credentials. Passwords are hashed with bcrypt, and JWT is used for authenticated API access. The exact code is in frontend/src, backend/src/auth.js, backend/src/db.js, and backend/src/config.js.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allocation procedure and trigger together: the procedure authorizes the administrator or block warden and locks rows, while the trigger validates the active room, gender match, and available capacity. For complaints, the procedure verifies the active room and category. Assignment requires an active worker whose specialty and block match. Triggers restrict status transitions and add audit history. Resolved complaints are closed when the student submits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database was queried to verify the 50-student count in each block, five active workers per block, one warden per block, available specialty coverage, and no room over capacity. The schema also implements room, role, and complaint workflow safeguards. Be precise in the viva: these database checks were verified, but a full automated end-to-end test suite was not run as part of preparing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demonstration, follow one complaint end to end: log in as a student, submit an issue, assign a suitable worker as an administrator or warden, update progress as staff, then submit feedback as the student. The project documentation includes the SQL scripts, setup notes, detailed database reference, and the two-page ER diagram. The current demo database has 150 students, 45 rooms, 15 active workers, three wardens, and 11 complaints.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e5b945ae0343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03c373914d44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a56000eb3a4c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81abd6e52b43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b6474aadd041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28603751b24a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73CC3D-6B54-41BE-A0B8-F8B7956ED77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491F7B-7CEA-4C20-BAA2-784C549B0A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648970-4917-422C-A937-21570AA8CF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EB98D-DAC0-4506-B015-BE94E755FC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317D73-1877-4E0F-9DC1-01DC4F4D1C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C04DED-3105-4E74-AEBB-FE48FF25C5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8C81B9-497F-498B-A4EA-F835CA0DEC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082A7A-B184-4CBE-8C63-627DF30443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A5AB2D-7720-482B-920E-9343C885BE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72F8B9-AD2B-47CB-805D-ED972A1664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a6dd9b97a04d6f" /><Relationship Type="http://schemas.openxmlformats.org/officeDocument/2006/relationships/slideLayout" Target="/ppt/slideLayouts/slideLayout1.xml" Id="R31d567fbd9fe4169" /><Relationship Type="http://schemas.openxmlformats.org/officeDocument/2006/relationships/slideLayout" Target="/ppt/slideLayouts/slideLayout2.xml" Id="Rc603ad273df4479f" /><Relationship Type="http://schemas.openxmlformats.org/officeDocument/2006/relationships/slideLayout" Target="/ppt/slideLayouts/slideLayout3.xml" Id="R813c901d2bc842d1" /><Relationship Type="http://schemas.openxmlformats.org/officeDocument/2006/relationships/slideLayout" Target="/ppt/slideLayouts/slideLayout4.xml" Id="R954921affa8f456a" /><Relationship Type="http://schemas.openxmlformats.org/officeDocument/2006/relationships/slideLayout" Target="/ppt/slideLayouts/slideLayout5.xml" Id="R62b8933f1c4c4b32" /><Relationship Type="http://schemas.openxmlformats.org/officeDocument/2006/relationships/slideLayout" Target="/ppt/slideLayouts/slideLayout6.xml" Id="Rd48f80ba8c054e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d567fbd9fe4169"/>
    <p:sldLayoutId xmlns:r="http://schemas.openxmlformats.org/officeDocument/2006/relationships" id="2147483650" r:id="Rc603ad273df4479f"/>
    <p:sldLayoutId xmlns:r="http://schemas.openxmlformats.org/officeDocument/2006/relationships" id="2147483651" r:id="R813c901d2bc842d1"/>
    <p:sldLayoutId xmlns:r="http://schemas.openxmlformats.org/officeDocument/2006/relationships" id="2147483652" r:id="R954921affa8f456a"/>
    <p:sldLayoutId xmlns:r="http://schemas.openxmlformats.org/officeDocument/2006/relationships" id="2147483653" r:id="R62b8933f1c4c4b32"/>
    <p:sldLayoutId xmlns:r="http://schemas.openxmlformats.org/officeDocument/2006/relationships" id="2147483654" r:id="Rd48f80ba8c054e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f939011d4e45f9" /><Relationship Type="http://schemas.openxmlformats.org/officeDocument/2006/relationships/notesSlide" Target="/ppt/notesSlides/notesSlide1.xml" Id="Rcebf443e6b9c4a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f5e732b72247ad" /><Relationship Type="http://schemas.openxmlformats.org/officeDocument/2006/relationships/notesSlide" Target="/ppt/notesSlides/notesSlide2.xml" Id="R0b20715c839b43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93e916c8fb49f9" /><Relationship Type="http://schemas.openxmlformats.org/officeDocument/2006/relationships/notesSlide" Target="/ppt/notesSlides/notesSlide3.xml" Id="R5dd599c3759f43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6d61e8a3da44da" /><Relationship Type="http://schemas.openxmlformats.org/officeDocument/2006/relationships/notesSlide" Target="/ppt/notesSlides/notesSlide4.xml" Id="R47d04add127e4e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627e1a74064bfb" /><Relationship Type="http://schemas.openxmlformats.org/officeDocument/2006/relationships/notesSlide" Target="/ppt/notesSlides/notesSlide5.xml" Id="Rc4d373a095ad40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12235171c84140" /><Relationship Type="http://schemas.openxmlformats.org/officeDocument/2006/relationships/notesSlide" Target="/ppt/notesSlides/notesSlide6.xml" Id="R4d4ae1bb19a74c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6ca588a7d54975" /><Relationship Type="http://schemas.openxmlformats.org/officeDocument/2006/relationships/notesSlide" Target="/ppt/notesSlides/notesSlide7.xml" Id="R218baad7a9cd42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3dca2534d941b8" /><Relationship Type="http://schemas.openxmlformats.org/officeDocument/2006/relationships/notesSlide" Target="/ppt/notesSlides/notesSlide8.xml" Id="R8289ad61803143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d984f58ce74c28" /><Relationship Type="http://schemas.openxmlformats.org/officeDocument/2006/relationships/notesSlide" Target="/ppt/notesSlides/notesSlide9.xml" Id="R4cadeddb295841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1bd2849c3245f4" /><Relationship Type="http://schemas.openxmlformats.org/officeDocument/2006/relationships/notesSlide" Target="/ppt/notesSlides/notesSlide10.xml" Id="Rd308fc1a05194b1d" /></Relationships>
</file>

<file path=ppt/slides/slide1.xml><?xml version="1.0" encoding="utf-8"?>
<p:sld xmlns:p="http://schemas.openxmlformats.org/presentationml/2006/main">
  <p:cSld>
    <p:bg>
      <p:bgPr>
        <a:solidFill xmlns:a="http://schemas.openxmlformats.org/drawingml/2006/main">
          <a:srgbClr val="164A3A"/>
        </a:solidFill>
      </p:bgPr>
    </p:bg>
    <p:spTree>
      <p:nvGrpSpPr>
        <p:cNvPr id="1" name=""/>
        <p:cNvGrpSpPr/>
        <p:nvPr/>
      </p:nvGrpSpPr>
      <p:grpSpPr>
        <a:xfrm xmlns:a="http://schemas.openxmlformats.org/drawingml/2006/main"/>
      </p:grpSpPr>
      <p:sp>
        <p:nvSpPr>
          <p:cNvPr id="15" name="cover-accent">
            <a:extLst xmlns:a="http://schemas.openxmlformats.org/drawingml/2006/main">
              <a:ext uri="{FF2B5EF4-FFF2-40B4-BE49-F238E27FC236}">
                <a16:creationId xmlns:a16="http://schemas.microsoft.com/office/drawing/2014/main" id="{C93E5556-65A7-4C97-9B56-C49F135FA3A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89B55"/>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533328C5-0432-48EE-8ECB-29838BFD6BBF}"/>
              </a:ext>
            </a:extLst>
          </p:cNvPr>
          <p:cNvSpPr>
            <a:spLocks xmlns:a="http://schemas.openxmlformats.org/drawingml/2006/main" noGrp="1"/>
          </p:cNvSpPr>
          <p:nvPr/>
        </p:nvSpPr>
        <p:spPr>
          <a:xfrm xmlns:a="http://schemas.openxmlformats.org/drawingml/2006/main">
            <a:off x="819150" y="8763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DCE8E1"/>
                </a:solidFill>
                <a:latin typeface="Arial"/>
                <a:ea typeface="Arial"/>
                <a:cs typeface="Arial"/>
              </a:defRPr>
            </a:defPPr>
            <a:lvl1pPr algn="l">
              <a:defRPr sz="1275" b="1">
                <a:solidFill>
                  <a:srgbClr val="DCE8E1"/>
                </a:solidFill>
                <a:latin typeface="Arial"/>
                <a:ea typeface="Arial"/>
                <a:cs typeface="Arial"/>
              </a:defRPr>
            </a:lvl1pPr>
            <a:lvl2pPr algn="l">
              <a:defRPr sz="1275" b="1">
                <a:solidFill>
                  <a:srgbClr val="DCE8E1"/>
                </a:solidFill>
                <a:latin typeface="Arial"/>
                <a:ea typeface="Arial"/>
                <a:cs typeface="Arial"/>
              </a:defRPr>
            </a:lvl2pPr>
            <a:lvl3pPr algn="l">
              <a:defRPr sz="1275" b="1">
                <a:solidFill>
                  <a:srgbClr val="DCE8E1"/>
                </a:solidFill>
                <a:latin typeface="Arial"/>
                <a:ea typeface="Arial"/>
                <a:cs typeface="Arial"/>
              </a:defRPr>
            </a:lvl3pPr>
            <a:lvl4pPr algn="l">
              <a:defRPr sz="1275" b="1">
                <a:solidFill>
                  <a:srgbClr val="DCE8E1"/>
                </a:solidFill>
                <a:latin typeface="Arial"/>
                <a:ea typeface="Arial"/>
                <a:cs typeface="Arial"/>
              </a:defRPr>
            </a:lvl4pPr>
            <a:lvl5pPr algn="l">
              <a:defRPr sz="1275" b="1">
                <a:solidFill>
                  <a:srgbClr val="DCE8E1"/>
                </a:solidFill>
                <a:latin typeface="Arial"/>
                <a:ea typeface="Arial"/>
                <a:cs typeface="Arial"/>
              </a:defRPr>
            </a:lvl5pPr>
            <a:lvl6pPr algn="l">
              <a:defRPr sz="1275" b="1">
                <a:solidFill>
                  <a:srgbClr val="DCE8E1"/>
                </a:solidFill>
                <a:latin typeface="Arial"/>
                <a:ea typeface="Arial"/>
                <a:cs typeface="Arial"/>
              </a:defRPr>
            </a:lvl6pPr>
            <a:lvl7pPr algn="l">
              <a:defRPr sz="1275" b="1">
                <a:solidFill>
                  <a:srgbClr val="DCE8E1"/>
                </a:solidFill>
                <a:latin typeface="Arial"/>
                <a:ea typeface="Arial"/>
                <a:cs typeface="Arial"/>
              </a:defRPr>
            </a:lvl7pPr>
            <a:lvl8pPr algn="l">
              <a:defRPr sz="1275" b="1">
                <a:solidFill>
                  <a:srgbClr val="DCE8E1"/>
                </a:solidFill>
                <a:latin typeface="Arial"/>
                <a:ea typeface="Arial"/>
                <a:cs typeface="Arial"/>
              </a:defRPr>
            </a:lvl8pPr>
            <a:lvl9pPr algn="l">
              <a:defRPr sz="1275" b="1">
                <a:solidFill>
                  <a:srgbClr val="DCE8E1"/>
                </a:solidFill>
                <a:latin typeface="Arial"/>
                <a:ea typeface="Arial"/>
                <a:cs typeface="Arial"/>
              </a:defRPr>
            </a:lvl9pPr>
          </a:lstStyle>
          <a:p xmlns:a="http://schemas.openxmlformats.org/drawingml/2006/main">
            <a:pPr algn="l">
              <a:defRPr sz="1275" b="1">
                <a:solidFill>
                  <a:srgbClr val="DCE8E1"/>
                </a:solidFill>
                <a:latin typeface="Arial"/>
                <a:ea typeface="Arial"/>
                <a:cs typeface="Arial"/>
              </a:defRPr>
            </a:pPr>
            <a:r>
              <a:rPr sz="1275" b="1">
                <a:solidFill>
                  <a:srgbClr val="DCE8E1"/>
                </a:solidFill>
                <a:latin typeface="Arial"/>
                <a:ea typeface="Arial"/>
                <a:cs typeface="Arial"/>
              </a:rPr>
              <a:t>HOSTEL SYSTEM  /  DATABASE PROJECT</a:t>
            </a:r>
          </a:p>
        </p:txBody>
      </p:sp>
      <p:sp>
        <p:nvSpPr>
          <p:cNvPr id="3" name="cover-title">
            <a:extLst xmlns:a="http://schemas.openxmlformats.org/drawingml/2006/main">
              <a:ext uri="{FF2B5EF4-FFF2-40B4-BE49-F238E27FC236}">
                <a16:creationId xmlns:a16="http://schemas.microsoft.com/office/drawing/2014/main" id="{D295D258-226B-4D9D-B2CF-5477FDEE24D2}"/>
              </a:ext>
            </a:extLst>
          </p:cNvPr>
          <p:cNvSpPr>
            <a:spLocks xmlns:a="http://schemas.openxmlformats.org/drawingml/2006/main" noGrp="1"/>
          </p:cNvSpPr>
          <p:nvPr/>
        </p:nvSpPr>
        <p:spPr>
          <a:xfrm xmlns:a="http://schemas.openxmlformats.org/drawingml/2006/main">
            <a:off x="800100" y="1495425"/>
            <a:ext cx="781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Hostel Room Management</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and Complaint System</a:t>
            </a:r>
          </a:p>
        </p:txBody>
      </p:sp>
      <p:sp>
        <p:nvSpPr>
          <p:cNvPr id="4" name="cover-subtitle">
            <a:extLst xmlns:a="http://schemas.openxmlformats.org/drawingml/2006/main">
              <a:ext uri="{FF2B5EF4-FFF2-40B4-BE49-F238E27FC236}">
                <a16:creationId xmlns:a16="http://schemas.microsoft.com/office/drawing/2014/main" id="{FDA734BB-5093-4950-873E-1AD1C6F79599}"/>
              </a:ext>
            </a:extLst>
          </p:cNvPr>
          <p:cNvSpPr>
            <a:spLocks xmlns:a="http://schemas.openxmlformats.org/drawingml/2006/main" noGrp="1"/>
          </p:cNvSpPr>
          <p:nvPr/>
        </p:nvSpPr>
        <p:spPr>
          <a:xfrm xmlns:a="http://schemas.openxmlformats.org/drawingml/2006/main">
            <a:off x="838200" y="3638550"/>
            <a:ext cx="647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E4ECE7"/>
                </a:solidFill>
                <a:latin typeface="Arial"/>
                <a:ea typeface="Arial"/>
                <a:cs typeface="Arial"/>
              </a:defRPr>
            </a:defPPr>
            <a:lvl1pPr algn="l">
              <a:defRPr sz="2025" b="0">
                <a:solidFill>
                  <a:srgbClr val="E4ECE7"/>
                </a:solidFill>
                <a:latin typeface="Arial"/>
                <a:ea typeface="Arial"/>
                <a:cs typeface="Arial"/>
              </a:defRPr>
            </a:lvl1pPr>
            <a:lvl2pPr algn="l">
              <a:defRPr sz="2025" b="0">
                <a:solidFill>
                  <a:srgbClr val="E4ECE7"/>
                </a:solidFill>
                <a:latin typeface="Arial"/>
                <a:ea typeface="Arial"/>
                <a:cs typeface="Arial"/>
              </a:defRPr>
            </a:lvl2pPr>
            <a:lvl3pPr algn="l">
              <a:defRPr sz="2025" b="0">
                <a:solidFill>
                  <a:srgbClr val="E4ECE7"/>
                </a:solidFill>
                <a:latin typeface="Arial"/>
                <a:ea typeface="Arial"/>
                <a:cs typeface="Arial"/>
              </a:defRPr>
            </a:lvl3pPr>
            <a:lvl4pPr algn="l">
              <a:defRPr sz="2025" b="0">
                <a:solidFill>
                  <a:srgbClr val="E4ECE7"/>
                </a:solidFill>
                <a:latin typeface="Arial"/>
                <a:ea typeface="Arial"/>
                <a:cs typeface="Arial"/>
              </a:defRPr>
            </a:lvl4pPr>
            <a:lvl5pPr algn="l">
              <a:defRPr sz="2025" b="0">
                <a:solidFill>
                  <a:srgbClr val="E4ECE7"/>
                </a:solidFill>
                <a:latin typeface="Arial"/>
                <a:ea typeface="Arial"/>
                <a:cs typeface="Arial"/>
              </a:defRPr>
            </a:lvl5pPr>
            <a:lvl6pPr algn="l">
              <a:defRPr sz="2025" b="0">
                <a:solidFill>
                  <a:srgbClr val="E4ECE7"/>
                </a:solidFill>
                <a:latin typeface="Arial"/>
                <a:ea typeface="Arial"/>
                <a:cs typeface="Arial"/>
              </a:defRPr>
            </a:lvl6pPr>
            <a:lvl7pPr algn="l">
              <a:defRPr sz="2025" b="0">
                <a:solidFill>
                  <a:srgbClr val="E4ECE7"/>
                </a:solidFill>
                <a:latin typeface="Arial"/>
                <a:ea typeface="Arial"/>
                <a:cs typeface="Arial"/>
              </a:defRPr>
            </a:lvl7pPr>
            <a:lvl8pPr algn="l">
              <a:defRPr sz="2025" b="0">
                <a:solidFill>
                  <a:srgbClr val="E4ECE7"/>
                </a:solidFill>
                <a:latin typeface="Arial"/>
                <a:ea typeface="Arial"/>
                <a:cs typeface="Arial"/>
              </a:defRPr>
            </a:lvl8pPr>
            <a:lvl9pPr algn="l">
              <a:defRPr sz="2025" b="0">
                <a:solidFill>
                  <a:srgbClr val="E4ECE7"/>
                </a:solidFill>
                <a:latin typeface="Arial"/>
                <a:ea typeface="Arial"/>
                <a:cs typeface="Arial"/>
              </a:defRPr>
            </a:lvl9pPr>
          </a:lstStyle>
          <a:p xmlns:a="http://schemas.openxmlformats.org/drawingml/2006/main">
            <a:pPr algn="l">
              <a:defRPr sz="2025" b="0">
                <a:solidFill>
                  <a:srgbClr val="E4ECE7"/>
                </a:solidFill>
                <a:latin typeface="Arial"/>
                <a:ea typeface="Arial"/>
                <a:cs typeface="Arial"/>
              </a:defRPr>
            </a:pPr>
            <a:r>
              <a:rPr sz="2025" b="0">
                <a:solidFill>
                  <a:srgbClr val="E4ECE7"/>
                </a:solidFill>
                <a:latin typeface="Arial"/>
                <a:ea typeface="Arial"/>
                <a:cs typeface="Arial"/>
              </a:rPr>
              <a:t>Project design, database implementation,</a:t>
            </a:r>
          </a:p>
          <a:p xmlns:a="http://schemas.openxmlformats.org/drawingml/2006/main">
            <a:pPr algn="l">
              <a:defRPr sz="2025" b="0">
                <a:solidFill>
                  <a:srgbClr val="E4ECE7"/>
                </a:solidFill>
                <a:latin typeface="Arial"/>
                <a:ea typeface="Arial"/>
                <a:cs typeface="Arial"/>
              </a:defRPr>
            </a:pPr>
            <a:r>
              <a:rPr sz="2025" b="0">
                <a:solidFill>
                  <a:srgbClr val="E4ECE7"/>
                </a:solidFill>
                <a:latin typeface="Arial"/>
                <a:ea typeface="Arial"/>
                <a:cs typeface="Arial"/>
              </a:rPr>
              <a:t>and validation</a:t>
            </a:r>
          </a:p>
        </p:txBody>
      </p:sp>
      <p:sp>
        <p:nvSpPr>
          <p:cNvPr id="5" name="cover-node-user">
            <a:extLst xmlns:a="http://schemas.openxmlformats.org/drawingml/2006/main">
              <a:ext uri="{FF2B5EF4-FFF2-40B4-BE49-F238E27FC236}">
                <a16:creationId xmlns:a16="http://schemas.microsoft.com/office/drawing/2014/main" id="{F63516E4-4D40-442D-B642-4F510FD32558}"/>
              </a:ext>
            </a:extLst>
          </p:cNvPr>
          <p:cNvSpPr>
            <a:spLocks xmlns:a="http://schemas.openxmlformats.org/drawingml/2006/main" noGrp="1"/>
          </p:cNvSpPr>
          <p:nvPr/>
        </p:nvSpPr>
        <p:spPr>
          <a:xfrm xmlns:a="http://schemas.openxmlformats.org/drawingml/2006/main">
            <a:off x="9048750" y="1857375"/>
            <a:ext cx="18097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prstDash val="solid"/>
          </a:ln>
        </p:spPr>
      </p:sp>
      <p:sp>
        <p:nvSpPr>
          <p:cNvPr id="6" name="cover-node-user-t">
            <a:extLst xmlns:a="http://schemas.openxmlformats.org/drawingml/2006/main">
              <a:ext uri="{FF2B5EF4-FFF2-40B4-BE49-F238E27FC236}">
                <a16:creationId xmlns:a16="http://schemas.microsoft.com/office/drawing/2014/main" id="{745DA7D8-7B4A-432F-BA9C-420FF1F65315}"/>
              </a:ext>
            </a:extLst>
          </p:cNvPr>
          <p:cNvSpPr>
            <a:spLocks xmlns:a="http://schemas.openxmlformats.org/drawingml/2006/main" noGrp="1"/>
          </p:cNvSpPr>
          <p:nvPr/>
        </p:nvSpPr>
        <p:spPr>
          <a:xfrm xmlns:a="http://schemas.openxmlformats.org/drawingml/2006/main">
            <a:off x="9048750" y="185737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164A3A"/>
                </a:solidFill>
                <a:latin typeface="Arial"/>
                <a:ea typeface="Arial"/>
                <a:cs typeface="Arial"/>
              </a:defRPr>
            </a:defPPr>
            <a:lvl1pPr algn="ctr">
              <a:defRPr sz="1725" b="1">
                <a:solidFill>
                  <a:srgbClr val="164A3A"/>
                </a:solidFill>
                <a:latin typeface="Arial"/>
                <a:ea typeface="Arial"/>
                <a:cs typeface="Arial"/>
              </a:defRPr>
            </a:lvl1pPr>
            <a:lvl2pPr algn="ctr">
              <a:defRPr sz="1725" b="1">
                <a:solidFill>
                  <a:srgbClr val="164A3A"/>
                </a:solidFill>
                <a:latin typeface="Arial"/>
                <a:ea typeface="Arial"/>
                <a:cs typeface="Arial"/>
              </a:defRPr>
            </a:lvl2pPr>
            <a:lvl3pPr algn="ctr">
              <a:defRPr sz="1725" b="1">
                <a:solidFill>
                  <a:srgbClr val="164A3A"/>
                </a:solidFill>
                <a:latin typeface="Arial"/>
                <a:ea typeface="Arial"/>
                <a:cs typeface="Arial"/>
              </a:defRPr>
            </a:lvl3pPr>
            <a:lvl4pPr algn="ctr">
              <a:defRPr sz="1725" b="1">
                <a:solidFill>
                  <a:srgbClr val="164A3A"/>
                </a:solidFill>
                <a:latin typeface="Arial"/>
                <a:ea typeface="Arial"/>
                <a:cs typeface="Arial"/>
              </a:defRPr>
            </a:lvl4pPr>
            <a:lvl5pPr algn="ctr">
              <a:defRPr sz="1725" b="1">
                <a:solidFill>
                  <a:srgbClr val="164A3A"/>
                </a:solidFill>
                <a:latin typeface="Arial"/>
                <a:ea typeface="Arial"/>
                <a:cs typeface="Arial"/>
              </a:defRPr>
            </a:lvl5pPr>
            <a:lvl6pPr algn="ctr">
              <a:defRPr sz="1725" b="1">
                <a:solidFill>
                  <a:srgbClr val="164A3A"/>
                </a:solidFill>
                <a:latin typeface="Arial"/>
                <a:ea typeface="Arial"/>
                <a:cs typeface="Arial"/>
              </a:defRPr>
            </a:lvl6pPr>
            <a:lvl7pPr algn="ctr">
              <a:defRPr sz="1725" b="1">
                <a:solidFill>
                  <a:srgbClr val="164A3A"/>
                </a:solidFill>
                <a:latin typeface="Arial"/>
                <a:ea typeface="Arial"/>
                <a:cs typeface="Arial"/>
              </a:defRPr>
            </a:lvl7pPr>
            <a:lvl8pPr algn="ctr">
              <a:defRPr sz="1725" b="1">
                <a:solidFill>
                  <a:srgbClr val="164A3A"/>
                </a:solidFill>
                <a:latin typeface="Arial"/>
                <a:ea typeface="Arial"/>
                <a:cs typeface="Arial"/>
              </a:defRPr>
            </a:lvl8pPr>
            <a:lvl9pPr algn="ctr">
              <a:defRPr sz="1725" b="1">
                <a:solidFill>
                  <a:srgbClr val="164A3A"/>
                </a:solidFill>
                <a:latin typeface="Arial"/>
                <a:ea typeface="Arial"/>
                <a:cs typeface="Arial"/>
              </a:defRPr>
            </a:lvl9pPr>
          </a:lstStyle>
          <a:p xmlns:a="http://schemas.openxmlformats.org/drawingml/2006/main">
            <a:pPr algn="ctr">
              <a:defRPr sz="1725" b="1">
                <a:solidFill>
                  <a:srgbClr val="164A3A"/>
                </a:solidFill>
                <a:latin typeface="Arial"/>
                <a:ea typeface="Arial"/>
                <a:cs typeface="Arial"/>
              </a:defRPr>
            </a:pPr>
            <a:r>
              <a:rPr sz="1725" b="1">
                <a:solidFill>
                  <a:srgbClr val="164A3A"/>
                </a:solidFill>
                <a:latin typeface="Arial"/>
                <a:ea typeface="Arial"/>
                <a:cs typeface="Arial"/>
              </a:rPr>
              <a:t>USERS</a:t>
            </a:r>
          </a:p>
        </p:txBody>
      </p:sp>
      <p:sp>
        <p:nvSpPr>
          <p:cNvPr id="7" name="cover-node-hostel">
            <a:extLst xmlns:a="http://schemas.openxmlformats.org/drawingml/2006/main">
              <a:ext uri="{FF2B5EF4-FFF2-40B4-BE49-F238E27FC236}">
                <a16:creationId xmlns:a16="http://schemas.microsoft.com/office/drawing/2014/main" id="{6681A47C-1C98-437A-830F-0A1C3650A868}"/>
              </a:ext>
            </a:extLst>
          </p:cNvPr>
          <p:cNvSpPr>
            <a:spLocks xmlns:a="http://schemas.openxmlformats.org/drawingml/2006/main" noGrp="1"/>
          </p:cNvSpPr>
          <p:nvPr/>
        </p:nvSpPr>
        <p:spPr>
          <a:xfrm xmlns:a="http://schemas.openxmlformats.org/drawingml/2006/main">
            <a:off x="8382000" y="3381375"/>
            <a:ext cx="1714500" cy="666750"/>
          </a:xfrm>
          <a:prstGeom xmlns:a="http://schemas.openxmlformats.org/drawingml/2006/main" prst="roundRect">
            <a:avLst>
              <a:gd name="adj" fmla="val 11429"/>
            </a:avLst>
          </a:prstGeom>
          <a:solidFill xmlns:a="http://schemas.openxmlformats.org/drawingml/2006/main">
            <a:srgbClr val="DDE9E2"/>
          </a:solidFill>
          <a:ln xmlns:a="http://schemas.openxmlformats.org/drawingml/2006/main" w="0">
            <a:noFill/>
            <a:prstDash val="solid"/>
          </a:ln>
        </p:spPr>
      </p:sp>
      <p:sp>
        <p:nvSpPr>
          <p:cNvPr id="8" name="cover-node-hostel-t">
            <a:extLst xmlns:a="http://schemas.openxmlformats.org/drawingml/2006/main">
              <a:ext uri="{FF2B5EF4-FFF2-40B4-BE49-F238E27FC236}">
                <a16:creationId xmlns:a16="http://schemas.microsoft.com/office/drawing/2014/main" id="{0C9CB147-30BB-4CF1-BF16-5DD38F3F1D5A}"/>
              </a:ext>
            </a:extLst>
          </p:cNvPr>
          <p:cNvSpPr>
            <a:spLocks xmlns:a="http://schemas.openxmlformats.org/drawingml/2006/main" noGrp="1"/>
          </p:cNvSpPr>
          <p:nvPr/>
        </p:nvSpPr>
        <p:spPr>
          <a:xfrm xmlns:a="http://schemas.openxmlformats.org/drawingml/2006/main">
            <a:off x="8382000" y="3381375"/>
            <a:ext cx="171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64A3A"/>
                </a:solidFill>
                <a:latin typeface="Arial"/>
                <a:ea typeface="Arial"/>
                <a:cs typeface="Arial"/>
              </a:defRPr>
            </a:defPPr>
            <a:lvl1pPr algn="ctr">
              <a:defRPr sz="1500" b="1">
                <a:solidFill>
                  <a:srgbClr val="164A3A"/>
                </a:solidFill>
                <a:latin typeface="Arial"/>
                <a:ea typeface="Arial"/>
                <a:cs typeface="Arial"/>
              </a:defRPr>
            </a:lvl1pPr>
            <a:lvl2pPr algn="ctr">
              <a:defRPr sz="1500" b="1">
                <a:solidFill>
                  <a:srgbClr val="164A3A"/>
                </a:solidFill>
                <a:latin typeface="Arial"/>
                <a:ea typeface="Arial"/>
                <a:cs typeface="Arial"/>
              </a:defRPr>
            </a:lvl2pPr>
            <a:lvl3pPr algn="ctr">
              <a:defRPr sz="1500" b="1">
                <a:solidFill>
                  <a:srgbClr val="164A3A"/>
                </a:solidFill>
                <a:latin typeface="Arial"/>
                <a:ea typeface="Arial"/>
                <a:cs typeface="Arial"/>
              </a:defRPr>
            </a:lvl3pPr>
            <a:lvl4pPr algn="ctr">
              <a:defRPr sz="1500" b="1">
                <a:solidFill>
                  <a:srgbClr val="164A3A"/>
                </a:solidFill>
                <a:latin typeface="Arial"/>
                <a:ea typeface="Arial"/>
                <a:cs typeface="Arial"/>
              </a:defRPr>
            </a:lvl4pPr>
            <a:lvl5pPr algn="ctr">
              <a:defRPr sz="1500" b="1">
                <a:solidFill>
                  <a:srgbClr val="164A3A"/>
                </a:solidFill>
                <a:latin typeface="Arial"/>
                <a:ea typeface="Arial"/>
                <a:cs typeface="Arial"/>
              </a:defRPr>
            </a:lvl5pPr>
            <a:lvl6pPr algn="ctr">
              <a:defRPr sz="1500" b="1">
                <a:solidFill>
                  <a:srgbClr val="164A3A"/>
                </a:solidFill>
                <a:latin typeface="Arial"/>
                <a:ea typeface="Arial"/>
                <a:cs typeface="Arial"/>
              </a:defRPr>
            </a:lvl6pPr>
            <a:lvl7pPr algn="ctr">
              <a:defRPr sz="1500" b="1">
                <a:solidFill>
                  <a:srgbClr val="164A3A"/>
                </a:solidFill>
                <a:latin typeface="Arial"/>
                <a:ea typeface="Arial"/>
                <a:cs typeface="Arial"/>
              </a:defRPr>
            </a:lvl7pPr>
            <a:lvl8pPr algn="ctr">
              <a:defRPr sz="1500" b="1">
                <a:solidFill>
                  <a:srgbClr val="164A3A"/>
                </a:solidFill>
                <a:latin typeface="Arial"/>
                <a:ea typeface="Arial"/>
                <a:cs typeface="Arial"/>
              </a:defRPr>
            </a:lvl8pPr>
            <a:lvl9pPr algn="ctr">
              <a:defRPr sz="1500" b="1">
                <a:solidFill>
                  <a:srgbClr val="164A3A"/>
                </a:solidFill>
                <a:latin typeface="Arial"/>
                <a:ea typeface="Arial"/>
                <a:cs typeface="Arial"/>
              </a:defRPr>
            </a:lvl9pPr>
          </a:lstStyle>
          <a:p xmlns:a="http://schemas.openxmlformats.org/drawingml/2006/main">
            <a:pPr algn="ctr">
              <a:defRPr sz="1500" b="1">
                <a:solidFill>
                  <a:srgbClr val="164A3A"/>
                </a:solidFill>
                <a:latin typeface="Arial"/>
                <a:ea typeface="Arial"/>
                <a:cs typeface="Arial"/>
              </a:defRPr>
            </a:pPr>
            <a:r>
              <a:rPr sz="1500" b="1">
                <a:solidFill>
                  <a:srgbClr val="164A3A"/>
                </a:solidFill>
                <a:latin typeface="Arial"/>
                <a:ea typeface="Arial"/>
                <a:cs typeface="Arial"/>
              </a:rPr>
              <a:t>HOSTEL</a:t>
            </a:r>
          </a:p>
        </p:txBody>
      </p:sp>
      <p:sp>
        <p:nvSpPr>
          <p:cNvPr id="9" name="cover-node-complaint">
            <a:extLst xmlns:a="http://schemas.openxmlformats.org/drawingml/2006/main">
              <a:ext uri="{FF2B5EF4-FFF2-40B4-BE49-F238E27FC236}">
                <a16:creationId xmlns:a16="http://schemas.microsoft.com/office/drawing/2014/main" id="{87611519-2901-4F0A-B7CA-A2BF391AA1F3}"/>
              </a:ext>
            </a:extLst>
          </p:cNvPr>
          <p:cNvSpPr>
            <a:spLocks xmlns:a="http://schemas.openxmlformats.org/drawingml/2006/main" noGrp="1"/>
          </p:cNvSpPr>
          <p:nvPr/>
        </p:nvSpPr>
        <p:spPr>
          <a:xfrm xmlns:a="http://schemas.openxmlformats.org/drawingml/2006/main">
            <a:off x="10382250" y="3381375"/>
            <a:ext cx="1714500" cy="666750"/>
          </a:xfrm>
          <a:prstGeom xmlns:a="http://schemas.openxmlformats.org/drawingml/2006/main" prst="roundRect">
            <a:avLst>
              <a:gd name="adj" fmla="val 11429"/>
            </a:avLst>
          </a:prstGeom>
          <a:solidFill xmlns:a="http://schemas.openxmlformats.org/drawingml/2006/main">
            <a:srgbClr val="F3E4D0"/>
          </a:solidFill>
          <a:ln xmlns:a="http://schemas.openxmlformats.org/drawingml/2006/main" w="0">
            <a:noFill/>
            <a:prstDash val="solid"/>
          </a:ln>
        </p:spPr>
      </p:sp>
      <p:sp>
        <p:nvSpPr>
          <p:cNvPr id="10" name="cover-node-complaint-t">
            <a:extLst xmlns:a="http://schemas.openxmlformats.org/drawingml/2006/main">
              <a:ext uri="{FF2B5EF4-FFF2-40B4-BE49-F238E27FC236}">
                <a16:creationId xmlns:a16="http://schemas.microsoft.com/office/drawing/2014/main" id="{9A4A1DB7-A749-48C4-AF10-0B3FF89576FD}"/>
              </a:ext>
            </a:extLst>
          </p:cNvPr>
          <p:cNvSpPr>
            <a:spLocks xmlns:a="http://schemas.openxmlformats.org/drawingml/2006/main" noGrp="1"/>
          </p:cNvSpPr>
          <p:nvPr/>
        </p:nvSpPr>
        <p:spPr>
          <a:xfrm xmlns:a="http://schemas.openxmlformats.org/drawingml/2006/main">
            <a:off x="10382250" y="3381375"/>
            <a:ext cx="171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64A3A"/>
                </a:solidFill>
                <a:latin typeface="Arial"/>
                <a:ea typeface="Arial"/>
                <a:cs typeface="Arial"/>
              </a:defRPr>
            </a:defPPr>
            <a:lvl1pPr algn="ctr">
              <a:defRPr sz="1275" b="1">
                <a:solidFill>
                  <a:srgbClr val="164A3A"/>
                </a:solidFill>
                <a:latin typeface="Arial"/>
                <a:ea typeface="Arial"/>
                <a:cs typeface="Arial"/>
              </a:defRPr>
            </a:lvl1pPr>
            <a:lvl2pPr algn="ctr">
              <a:defRPr sz="1275" b="1">
                <a:solidFill>
                  <a:srgbClr val="164A3A"/>
                </a:solidFill>
                <a:latin typeface="Arial"/>
                <a:ea typeface="Arial"/>
                <a:cs typeface="Arial"/>
              </a:defRPr>
            </a:lvl2pPr>
            <a:lvl3pPr algn="ctr">
              <a:defRPr sz="1275" b="1">
                <a:solidFill>
                  <a:srgbClr val="164A3A"/>
                </a:solidFill>
                <a:latin typeface="Arial"/>
                <a:ea typeface="Arial"/>
                <a:cs typeface="Arial"/>
              </a:defRPr>
            </a:lvl3pPr>
            <a:lvl4pPr algn="ctr">
              <a:defRPr sz="1275" b="1">
                <a:solidFill>
                  <a:srgbClr val="164A3A"/>
                </a:solidFill>
                <a:latin typeface="Arial"/>
                <a:ea typeface="Arial"/>
                <a:cs typeface="Arial"/>
              </a:defRPr>
            </a:lvl4pPr>
            <a:lvl5pPr algn="ctr">
              <a:defRPr sz="1275" b="1">
                <a:solidFill>
                  <a:srgbClr val="164A3A"/>
                </a:solidFill>
                <a:latin typeface="Arial"/>
                <a:ea typeface="Arial"/>
                <a:cs typeface="Arial"/>
              </a:defRPr>
            </a:lvl5pPr>
            <a:lvl6pPr algn="ctr">
              <a:defRPr sz="1275" b="1">
                <a:solidFill>
                  <a:srgbClr val="164A3A"/>
                </a:solidFill>
                <a:latin typeface="Arial"/>
                <a:ea typeface="Arial"/>
                <a:cs typeface="Arial"/>
              </a:defRPr>
            </a:lvl6pPr>
            <a:lvl7pPr algn="ctr">
              <a:defRPr sz="1275" b="1">
                <a:solidFill>
                  <a:srgbClr val="164A3A"/>
                </a:solidFill>
                <a:latin typeface="Arial"/>
                <a:ea typeface="Arial"/>
                <a:cs typeface="Arial"/>
              </a:defRPr>
            </a:lvl7pPr>
            <a:lvl8pPr algn="ctr">
              <a:defRPr sz="1275" b="1">
                <a:solidFill>
                  <a:srgbClr val="164A3A"/>
                </a:solidFill>
                <a:latin typeface="Arial"/>
                <a:ea typeface="Arial"/>
                <a:cs typeface="Arial"/>
              </a:defRPr>
            </a:lvl8pPr>
            <a:lvl9pPr algn="ctr">
              <a:defRPr sz="1275" b="1">
                <a:solidFill>
                  <a:srgbClr val="164A3A"/>
                </a:solidFill>
                <a:latin typeface="Arial"/>
                <a:ea typeface="Arial"/>
                <a:cs typeface="Arial"/>
              </a:defRPr>
            </a:lvl9pPr>
          </a:lstStyle>
          <a:p xmlns:a="http://schemas.openxmlformats.org/drawingml/2006/main">
            <a:pPr algn="ctr">
              <a:defRPr sz="1275" b="1">
                <a:solidFill>
                  <a:srgbClr val="164A3A"/>
                </a:solidFill>
                <a:latin typeface="Arial"/>
                <a:ea typeface="Arial"/>
                <a:cs typeface="Arial"/>
              </a:defRPr>
            </a:pPr>
            <a:r>
              <a:rPr sz="1275" b="1">
                <a:solidFill>
                  <a:srgbClr val="164A3A"/>
                </a:solidFill>
                <a:latin typeface="Arial"/>
                <a:ea typeface="Arial"/>
                <a:cs typeface="Arial"/>
              </a:rPr>
              <a:t>COMPLAINTS</a:t>
            </a:r>
          </a:p>
        </p:txBody>
      </p:sp>
      <p:sp>
        <p:nvSpPr>
          <p:cNvPr id="11" name="cover-link-a">
            <a:extLst xmlns:a="http://schemas.openxmlformats.org/drawingml/2006/main">
              <a:ext uri="{FF2B5EF4-FFF2-40B4-BE49-F238E27FC236}">
                <a16:creationId xmlns:a16="http://schemas.microsoft.com/office/drawing/2014/main" id="{837F3633-A84A-4EB8-AE7B-17EF3E7A39B4}"/>
              </a:ext>
            </a:extLst>
          </p:cNvPr>
          <p:cNvSpPr>
            <a:spLocks xmlns:a="http://schemas.openxmlformats.org/drawingml/2006/main" noGrp="1"/>
          </p:cNvSpPr>
          <p:nvPr/>
        </p:nvSpPr>
        <p:spPr>
          <a:xfrm xmlns:a="http://schemas.openxmlformats.org/drawingml/2006/main">
            <a:off x="9944100" y="2581275"/>
            <a:ext cx="28575" cy="800100"/>
          </a:xfrm>
          <a:prstGeom xmlns:a="http://schemas.openxmlformats.org/drawingml/2006/main" prst="rect">
            <a:avLst/>
          </a:prstGeom>
          <a:solidFill xmlns:a="http://schemas.openxmlformats.org/drawingml/2006/main">
            <a:srgbClr val="B9D0C3"/>
          </a:solidFill>
          <a:ln xmlns:a="http://schemas.openxmlformats.org/drawingml/2006/main" w="0">
            <a:noFill/>
            <a:prstDash val="solid"/>
          </a:ln>
        </p:spPr>
      </p:sp>
      <p:sp>
        <p:nvSpPr>
          <p:cNvPr id="12" name="cover-link-b">
            <a:extLst xmlns:a="http://schemas.openxmlformats.org/drawingml/2006/main">
              <a:ext uri="{FF2B5EF4-FFF2-40B4-BE49-F238E27FC236}">
                <a16:creationId xmlns:a16="http://schemas.microsoft.com/office/drawing/2014/main" id="{0058323E-F138-4F13-96EB-EE78886CB1D1}"/>
              </a:ext>
            </a:extLst>
          </p:cNvPr>
          <p:cNvSpPr>
            <a:spLocks xmlns:a="http://schemas.openxmlformats.org/drawingml/2006/main" noGrp="1"/>
          </p:cNvSpPr>
          <p:nvPr/>
        </p:nvSpPr>
        <p:spPr>
          <a:xfrm xmlns:a="http://schemas.openxmlformats.org/drawingml/2006/main">
            <a:off x="9525000" y="2952750"/>
            <a:ext cx="28575" cy="419100"/>
          </a:xfrm>
          <a:prstGeom xmlns:a="http://schemas.openxmlformats.org/drawingml/2006/main" prst="rect">
            <a:avLst/>
          </a:prstGeom>
          <a:solidFill xmlns:a="http://schemas.openxmlformats.org/drawingml/2006/main">
            <a:srgbClr val="B9D0C3"/>
          </a:solidFill>
          <a:ln xmlns:a="http://schemas.openxmlformats.org/drawingml/2006/main" w="0">
            <a:noFill/>
            <a:prstDash val="solid"/>
          </a:ln>
        </p:spPr>
      </p:sp>
      <p:sp>
        <p:nvSpPr>
          <p:cNvPr id="13" name="cover-link-c">
            <a:extLst xmlns:a="http://schemas.openxmlformats.org/drawingml/2006/main">
              <a:ext uri="{FF2B5EF4-FFF2-40B4-BE49-F238E27FC236}">
                <a16:creationId xmlns:a16="http://schemas.microsoft.com/office/drawing/2014/main" id="{E6FD1FFE-651E-498A-90D0-A19CF5B0734A}"/>
              </a:ext>
            </a:extLst>
          </p:cNvPr>
          <p:cNvSpPr>
            <a:spLocks xmlns:a="http://schemas.openxmlformats.org/drawingml/2006/main" noGrp="1"/>
          </p:cNvSpPr>
          <p:nvPr/>
        </p:nvSpPr>
        <p:spPr>
          <a:xfrm xmlns:a="http://schemas.openxmlformats.org/drawingml/2006/main">
            <a:off x="9525000" y="3343275"/>
            <a:ext cx="1714500" cy="28575"/>
          </a:xfrm>
          <a:prstGeom xmlns:a="http://schemas.openxmlformats.org/drawingml/2006/main" prst="rect">
            <a:avLst/>
          </a:prstGeom>
          <a:solidFill xmlns:a="http://schemas.openxmlformats.org/drawingml/2006/main">
            <a:srgbClr val="B9D0C3"/>
          </a:solidFill>
          <a:ln xmlns:a="http://schemas.openxmlformats.org/drawingml/2006/main" w="0">
            <a:noFill/>
            <a:prstDash val="solid"/>
          </a:ln>
        </p:spPr>
      </p:sp>
      <p:sp>
        <p:nvSpPr>
          <p:cNvPr id="14" name="cover-bottom">
            <a:extLst xmlns:a="http://schemas.openxmlformats.org/drawingml/2006/main">
              <a:ext uri="{FF2B5EF4-FFF2-40B4-BE49-F238E27FC236}">
                <a16:creationId xmlns:a16="http://schemas.microsoft.com/office/drawing/2014/main" id="{0CB4A358-D680-4E53-A3B5-AB35288D09AE}"/>
              </a:ext>
            </a:extLst>
          </p:cNvPr>
          <p:cNvSpPr>
            <a:spLocks xmlns:a="http://schemas.openxmlformats.org/drawingml/2006/main" noGrp="1"/>
          </p:cNvSpPr>
          <p:nvPr/>
        </p:nvSpPr>
        <p:spPr>
          <a:xfrm xmlns:a="http://schemas.openxmlformats.org/drawingml/2006/main">
            <a:off x="838200" y="59626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DCE8E1"/>
                </a:solidFill>
                <a:latin typeface="Arial"/>
                <a:ea typeface="Arial"/>
                <a:cs typeface="Arial"/>
              </a:defRPr>
            </a:defPPr>
            <a:lvl1pPr algn="l">
              <a:defRPr sz="1200" b="0">
                <a:solidFill>
                  <a:srgbClr val="DCE8E1"/>
                </a:solidFill>
                <a:latin typeface="Arial"/>
                <a:ea typeface="Arial"/>
                <a:cs typeface="Arial"/>
              </a:defRPr>
            </a:lvl1pPr>
            <a:lvl2pPr algn="l">
              <a:defRPr sz="1200" b="0">
                <a:solidFill>
                  <a:srgbClr val="DCE8E1"/>
                </a:solidFill>
                <a:latin typeface="Arial"/>
                <a:ea typeface="Arial"/>
                <a:cs typeface="Arial"/>
              </a:defRPr>
            </a:lvl2pPr>
            <a:lvl3pPr algn="l">
              <a:defRPr sz="1200" b="0">
                <a:solidFill>
                  <a:srgbClr val="DCE8E1"/>
                </a:solidFill>
                <a:latin typeface="Arial"/>
                <a:ea typeface="Arial"/>
                <a:cs typeface="Arial"/>
              </a:defRPr>
            </a:lvl3pPr>
            <a:lvl4pPr algn="l">
              <a:defRPr sz="1200" b="0">
                <a:solidFill>
                  <a:srgbClr val="DCE8E1"/>
                </a:solidFill>
                <a:latin typeface="Arial"/>
                <a:ea typeface="Arial"/>
                <a:cs typeface="Arial"/>
              </a:defRPr>
            </a:lvl4pPr>
            <a:lvl5pPr algn="l">
              <a:defRPr sz="1200" b="0">
                <a:solidFill>
                  <a:srgbClr val="DCE8E1"/>
                </a:solidFill>
                <a:latin typeface="Arial"/>
                <a:ea typeface="Arial"/>
                <a:cs typeface="Arial"/>
              </a:defRPr>
            </a:lvl5pPr>
            <a:lvl6pPr algn="l">
              <a:defRPr sz="1200" b="0">
                <a:solidFill>
                  <a:srgbClr val="DCE8E1"/>
                </a:solidFill>
                <a:latin typeface="Arial"/>
                <a:ea typeface="Arial"/>
                <a:cs typeface="Arial"/>
              </a:defRPr>
            </a:lvl6pPr>
            <a:lvl7pPr algn="l">
              <a:defRPr sz="1200" b="0">
                <a:solidFill>
                  <a:srgbClr val="DCE8E1"/>
                </a:solidFill>
                <a:latin typeface="Arial"/>
                <a:ea typeface="Arial"/>
                <a:cs typeface="Arial"/>
              </a:defRPr>
            </a:lvl7pPr>
            <a:lvl8pPr algn="l">
              <a:defRPr sz="1200" b="0">
                <a:solidFill>
                  <a:srgbClr val="DCE8E1"/>
                </a:solidFill>
                <a:latin typeface="Arial"/>
                <a:ea typeface="Arial"/>
                <a:cs typeface="Arial"/>
              </a:defRPr>
            </a:lvl8pPr>
            <a:lvl9pPr algn="l">
              <a:defRPr sz="1200" b="0">
                <a:solidFill>
                  <a:srgbClr val="DCE8E1"/>
                </a:solidFill>
                <a:latin typeface="Arial"/>
                <a:ea typeface="Arial"/>
                <a:cs typeface="Arial"/>
              </a:defRPr>
            </a:lvl9pPr>
          </a:lstStyle>
          <a:p xmlns:a="http://schemas.openxmlformats.org/drawingml/2006/main">
            <a:pPr algn="l">
              <a:defRPr sz="1200" b="0">
                <a:solidFill>
                  <a:srgbClr val="DCE8E1"/>
                </a:solidFill>
                <a:latin typeface="Arial"/>
                <a:ea typeface="Arial"/>
                <a:cs typeface="Arial"/>
              </a:defRPr>
            </a:pPr>
            <a:r>
              <a:rPr sz="1200" b="0">
                <a:solidFill>
                  <a:srgbClr val="DCE8E1"/>
                </a:solidFill>
                <a:latin typeface="Arial"/>
                <a:ea typeface="Arial"/>
                <a:cs typeface="Arial"/>
              </a:rPr>
              <a:t>Viva presentation  •  Current local database snapshot  •  26 October 2026</a:t>
            </a:r>
          </a:p>
        </p:txBody>
      </p:sp>
    </p:spTree>
    <p:extLst>
      <p:ext uri="{BB962C8B-B14F-4D97-AF65-F5344CB8AC3E}">
        <p14:creationId xmlns:p14="http://schemas.microsoft.com/office/powerpoint/2010/main" val="2037464725"/>
      </p:ext>
    </p:extLst>
  </p:cSld>
</p:sld>
</file>

<file path=ppt/slides/slide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31" name="top-rule-2">
            <a:extLst xmlns:a="http://schemas.openxmlformats.org/drawingml/2006/main">
              <a:ext uri="{FF2B5EF4-FFF2-40B4-BE49-F238E27FC236}">
                <a16:creationId xmlns:a16="http://schemas.microsoft.com/office/drawing/2014/main" id="{E8B1D765-2E36-4ABB-BF08-E59119C059B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2">
            <a:extLst xmlns:a="http://schemas.openxmlformats.org/drawingml/2006/main">
              <a:ext uri="{FF2B5EF4-FFF2-40B4-BE49-F238E27FC236}">
                <a16:creationId xmlns:a16="http://schemas.microsoft.com/office/drawing/2014/main" id="{9B34EC43-95FD-4994-9D0E-9F863EE09A2B}"/>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01  /  PROJECT SCOPE</a:t>
            </a:r>
          </a:p>
        </p:txBody>
      </p:sp>
      <p:sp>
        <p:nvSpPr>
          <p:cNvPr id="3" name="title-2">
            <a:extLst xmlns:a="http://schemas.openxmlformats.org/drawingml/2006/main">
              <a:ext uri="{FF2B5EF4-FFF2-40B4-BE49-F238E27FC236}">
                <a16:creationId xmlns:a16="http://schemas.microsoft.com/office/drawing/2014/main" id="{01574739-946B-4DA4-98F3-584452E8E3BD}"/>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Problem identification and requirements</a:t>
            </a:r>
          </a:p>
        </p:txBody>
      </p:sp>
      <p:sp>
        <p:nvSpPr>
          <p:cNvPr id="4" name="subtitle-2">
            <a:extLst xmlns:a="http://schemas.openxmlformats.org/drawingml/2006/main">
              <a:ext uri="{FF2B5EF4-FFF2-40B4-BE49-F238E27FC236}">
                <a16:creationId xmlns:a16="http://schemas.microsoft.com/office/drawing/2014/main" id="{411010E4-E4FF-4A39-9DD2-A6CBAA036583}"/>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The system connects student requests with hostel operations and maintenance work.</a:t>
            </a:r>
          </a:p>
        </p:txBody>
      </p:sp>
      <p:sp>
        <p:nvSpPr>
          <p:cNvPr id="5" name="header-rule-2">
            <a:extLst xmlns:a="http://schemas.openxmlformats.org/drawingml/2006/main">
              <a:ext uri="{FF2B5EF4-FFF2-40B4-BE49-F238E27FC236}">
                <a16:creationId xmlns:a16="http://schemas.microsoft.com/office/drawing/2014/main" id="{1F02C353-DD71-43E2-941D-40BD2C2BF829}"/>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2">
            <a:extLst xmlns:a="http://schemas.openxmlformats.org/drawingml/2006/main">
              <a:ext uri="{FF2B5EF4-FFF2-40B4-BE49-F238E27FC236}">
                <a16:creationId xmlns:a16="http://schemas.microsoft.com/office/drawing/2014/main" id="{984AFE13-402A-4C8A-9E8E-1486DC87867A}"/>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2">
            <a:extLst xmlns:a="http://schemas.openxmlformats.org/drawingml/2006/main">
              <a:ext uri="{FF2B5EF4-FFF2-40B4-BE49-F238E27FC236}">
                <a16:creationId xmlns:a16="http://schemas.microsoft.com/office/drawing/2014/main" id="{B8B87278-B61E-480E-9475-9E3E9E456E32}"/>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02</a:t>
            </a:r>
          </a:p>
        </p:txBody>
      </p:sp>
      <p:sp>
        <p:nvSpPr>
          <p:cNvPr id="8" name="problem-head">
            <a:extLst xmlns:a="http://schemas.openxmlformats.org/drawingml/2006/main">
              <a:ext uri="{FF2B5EF4-FFF2-40B4-BE49-F238E27FC236}">
                <a16:creationId xmlns:a16="http://schemas.microsoft.com/office/drawing/2014/main" id="{C2AAE738-78E0-40C7-8B0A-0B34EF15F760}"/>
              </a:ext>
            </a:extLst>
          </p:cNvPr>
          <p:cNvSpPr>
            <a:spLocks xmlns:a="http://schemas.openxmlformats.org/drawingml/2006/main" noGrp="1"/>
          </p:cNvSpPr>
          <p:nvPr/>
        </p:nvSpPr>
        <p:spPr>
          <a:xfrm xmlns:a="http://schemas.openxmlformats.org/drawingml/2006/main">
            <a:off x="781050" y="18097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64A3A"/>
                </a:solidFill>
                <a:latin typeface="Arial"/>
                <a:ea typeface="Arial"/>
                <a:cs typeface="Arial"/>
              </a:defRPr>
            </a:defPPr>
            <a:lvl1pPr algn="l">
              <a:defRPr sz="2100" b="1">
                <a:solidFill>
                  <a:srgbClr val="164A3A"/>
                </a:solidFill>
                <a:latin typeface="Arial"/>
                <a:ea typeface="Arial"/>
                <a:cs typeface="Arial"/>
              </a:defRPr>
            </a:lvl1pPr>
            <a:lvl2pPr algn="l">
              <a:defRPr sz="2100" b="1">
                <a:solidFill>
                  <a:srgbClr val="164A3A"/>
                </a:solidFill>
                <a:latin typeface="Arial"/>
                <a:ea typeface="Arial"/>
                <a:cs typeface="Arial"/>
              </a:defRPr>
            </a:lvl2pPr>
            <a:lvl3pPr algn="l">
              <a:defRPr sz="2100" b="1">
                <a:solidFill>
                  <a:srgbClr val="164A3A"/>
                </a:solidFill>
                <a:latin typeface="Arial"/>
                <a:ea typeface="Arial"/>
                <a:cs typeface="Arial"/>
              </a:defRPr>
            </a:lvl3pPr>
            <a:lvl4pPr algn="l">
              <a:defRPr sz="2100" b="1">
                <a:solidFill>
                  <a:srgbClr val="164A3A"/>
                </a:solidFill>
                <a:latin typeface="Arial"/>
                <a:ea typeface="Arial"/>
                <a:cs typeface="Arial"/>
              </a:defRPr>
            </a:lvl4pPr>
            <a:lvl5pPr algn="l">
              <a:defRPr sz="2100" b="1">
                <a:solidFill>
                  <a:srgbClr val="164A3A"/>
                </a:solidFill>
                <a:latin typeface="Arial"/>
                <a:ea typeface="Arial"/>
                <a:cs typeface="Arial"/>
              </a:defRPr>
            </a:lvl5pPr>
            <a:lvl6pPr algn="l">
              <a:defRPr sz="2100" b="1">
                <a:solidFill>
                  <a:srgbClr val="164A3A"/>
                </a:solidFill>
                <a:latin typeface="Arial"/>
                <a:ea typeface="Arial"/>
                <a:cs typeface="Arial"/>
              </a:defRPr>
            </a:lvl6pPr>
            <a:lvl7pPr algn="l">
              <a:defRPr sz="2100" b="1">
                <a:solidFill>
                  <a:srgbClr val="164A3A"/>
                </a:solidFill>
                <a:latin typeface="Arial"/>
                <a:ea typeface="Arial"/>
                <a:cs typeface="Arial"/>
              </a:defRPr>
            </a:lvl7pPr>
            <a:lvl8pPr algn="l">
              <a:defRPr sz="2100" b="1">
                <a:solidFill>
                  <a:srgbClr val="164A3A"/>
                </a:solidFill>
                <a:latin typeface="Arial"/>
                <a:ea typeface="Arial"/>
                <a:cs typeface="Arial"/>
              </a:defRPr>
            </a:lvl8pPr>
            <a:lvl9pPr algn="l">
              <a:defRPr sz="2100" b="1">
                <a:solidFill>
                  <a:srgbClr val="164A3A"/>
                </a:solidFill>
                <a:latin typeface="Arial"/>
                <a:ea typeface="Arial"/>
                <a:cs typeface="Arial"/>
              </a:defRPr>
            </a:lvl9pPr>
          </a:lstStyle>
          <a:p xmlns:a="http://schemas.openxmlformats.org/drawingml/2006/main">
            <a:pPr algn="l">
              <a:defRPr sz="2100" b="1">
                <a:solidFill>
                  <a:srgbClr val="164A3A"/>
                </a:solidFill>
                <a:latin typeface="Arial"/>
                <a:ea typeface="Arial"/>
                <a:cs typeface="Arial"/>
              </a:defRPr>
            </a:pPr>
            <a:r>
              <a:rPr sz="2100" b="1">
                <a:solidFill>
                  <a:srgbClr val="164A3A"/>
                </a:solidFill>
                <a:latin typeface="Arial"/>
                <a:ea typeface="Arial"/>
                <a:cs typeface="Arial"/>
              </a:rPr>
              <a:t>The problem</a:t>
            </a:r>
          </a:p>
        </p:txBody>
      </p:sp>
      <p:sp>
        <p:nvSpPr>
          <p:cNvPr id="9" name="prob1-num">
            <a:extLst xmlns:a="http://schemas.openxmlformats.org/drawingml/2006/main">
              <a:ext uri="{FF2B5EF4-FFF2-40B4-BE49-F238E27FC236}">
                <a16:creationId xmlns:a16="http://schemas.microsoft.com/office/drawing/2014/main" id="{86F0098F-B7CF-4F52-97F1-D1E06BE24116}"/>
              </a:ext>
            </a:extLst>
          </p:cNvPr>
          <p:cNvSpPr>
            <a:spLocks xmlns:a="http://schemas.openxmlformats.org/drawingml/2006/main" noGrp="1"/>
          </p:cNvSpPr>
          <p:nvPr/>
        </p:nvSpPr>
        <p:spPr>
          <a:xfrm xmlns:a="http://schemas.openxmlformats.org/drawingml/2006/main">
            <a:off x="781050" y="23622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01</a:t>
            </a:r>
          </a:p>
        </p:txBody>
      </p:sp>
      <p:sp>
        <p:nvSpPr>
          <p:cNvPr id="10" name="prob1-heading">
            <a:extLst xmlns:a="http://schemas.openxmlformats.org/drawingml/2006/main">
              <a:ext uri="{FF2B5EF4-FFF2-40B4-BE49-F238E27FC236}">
                <a16:creationId xmlns:a16="http://schemas.microsoft.com/office/drawing/2014/main" id="{AA153BCC-B393-48A6-BBB0-9C17C24688F6}"/>
              </a:ext>
            </a:extLst>
          </p:cNvPr>
          <p:cNvSpPr>
            <a:spLocks xmlns:a="http://schemas.openxmlformats.org/drawingml/2006/main" noGrp="1"/>
          </p:cNvSpPr>
          <p:nvPr/>
        </p:nvSpPr>
        <p:spPr>
          <a:xfrm xmlns:a="http://schemas.openxmlformats.org/drawingml/2006/main">
            <a:off x="1238250" y="2352675"/>
            <a:ext cx="401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Scattered records</a:t>
            </a:r>
          </a:p>
        </p:txBody>
      </p:sp>
      <p:sp>
        <p:nvSpPr>
          <p:cNvPr id="11" name="prob1-body">
            <a:extLst xmlns:a="http://schemas.openxmlformats.org/drawingml/2006/main">
              <a:ext uri="{FF2B5EF4-FFF2-40B4-BE49-F238E27FC236}">
                <a16:creationId xmlns:a16="http://schemas.microsoft.com/office/drawing/2014/main" id="{59A1C2EA-8DE7-4B6A-800F-FABCECFDF165}"/>
              </a:ext>
            </a:extLst>
          </p:cNvPr>
          <p:cNvSpPr>
            <a:spLocks xmlns:a="http://schemas.openxmlformats.org/drawingml/2006/main" noGrp="1"/>
          </p:cNvSpPr>
          <p:nvPr/>
        </p:nvSpPr>
        <p:spPr>
          <a:xfrm xmlns:a="http://schemas.openxmlformats.org/drawingml/2006/main">
            <a:off x="1238250" y="2647950"/>
            <a:ext cx="3962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Room details and service requests are harder to track when handled manually.</a:t>
            </a:r>
          </a:p>
        </p:txBody>
      </p:sp>
      <p:sp>
        <p:nvSpPr>
          <p:cNvPr id="12" name="prob2-num">
            <a:extLst xmlns:a="http://schemas.openxmlformats.org/drawingml/2006/main">
              <a:ext uri="{FF2B5EF4-FFF2-40B4-BE49-F238E27FC236}">
                <a16:creationId xmlns:a16="http://schemas.microsoft.com/office/drawing/2014/main" id="{6C323D58-FDD0-4308-A4B5-FAA8D75151DA}"/>
              </a:ext>
            </a:extLst>
          </p:cNvPr>
          <p:cNvSpPr>
            <a:spLocks xmlns:a="http://schemas.openxmlformats.org/drawingml/2006/main" noGrp="1"/>
          </p:cNvSpPr>
          <p:nvPr/>
        </p:nvSpPr>
        <p:spPr>
          <a:xfrm xmlns:a="http://schemas.openxmlformats.org/drawingml/2006/main">
            <a:off x="781050" y="33909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02</a:t>
            </a:r>
          </a:p>
        </p:txBody>
      </p:sp>
      <p:sp>
        <p:nvSpPr>
          <p:cNvPr id="13" name="prob2-heading">
            <a:extLst xmlns:a="http://schemas.openxmlformats.org/drawingml/2006/main">
              <a:ext uri="{FF2B5EF4-FFF2-40B4-BE49-F238E27FC236}">
                <a16:creationId xmlns:a16="http://schemas.microsoft.com/office/drawing/2014/main" id="{AB60C931-027C-41B5-9893-A5F6996085B7}"/>
              </a:ext>
            </a:extLst>
          </p:cNvPr>
          <p:cNvSpPr>
            <a:spLocks xmlns:a="http://schemas.openxmlformats.org/drawingml/2006/main" noGrp="1"/>
          </p:cNvSpPr>
          <p:nvPr/>
        </p:nvSpPr>
        <p:spPr>
          <a:xfrm xmlns:a="http://schemas.openxmlformats.org/drawingml/2006/main">
            <a:off x="1238250" y="3381375"/>
            <a:ext cx="401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Unclear progress</a:t>
            </a:r>
          </a:p>
        </p:txBody>
      </p:sp>
      <p:sp>
        <p:nvSpPr>
          <p:cNvPr id="14" name="prob2-body">
            <a:extLst xmlns:a="http://schemas.openxmlformats.org/drawingml/2006/main">
              <a:ext uri="{FF2B5EF4-FFF2-40B4-BE49-F238E27FC236}">
                <a16:creationId xmlns:a16="http://schemas.microsoft.com/office/drawing/2014/main" id="{C3EBCF01-4AD4-4327-BC7A-0F66F83FCD77}"/>
              </a:ext>
            </a:extLst>
          </p:cNvPr>
          <p:cNvSpPr>
            <a:spLocks xmlns:a="http://schemas.openxmlformats.org/drawingml/2006/main" noGrp="1"/>
          </p:cNvSpPr>
          <p:nvPr/>
        </p:nvSpPr>
        <p:spPr>
          <a:xfrm xmlns:a="http://schemas.openxmlformats.org/drawingml/2006/main">
            <a:off x="1238250" y="3676650"/>
            <a:ext cx="3962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Students may not know who owns a complaint or whether work is underway.</a:t>
            </a:r>
          </a:p>
        </p:txBody>
      </p:sp>
      <p:sp>
        <p:nvSpPr>
          <p:cNvPr id="15" name="prob3-num">
            <a:extLst xmlns:a="http://schemas.openxmlformats.org/drawingml/2006/main">
              <a:ext uri="{FF2B5EF4-FFF2-40B4-BE49-F238E27FC236}">
                <a16:creationId xmlns:a16="http://schemas.microsoft.com/office/drawing/2014/main" id="{AD3DFD0F-A1A2-4DE8-BDD3-946617FD3CD5}"/>
              </a:ext>
            </a:extLst>
          </p:cNvPr>
          <p:cNvSpPr>
            <a:spLocks xmlns:a="http://schemas.openxmlformats.org/drawingml/2006/main" noGrp="1"/>
          </p:cNvSpPr>
          <p:nvPr/>
        </p:nvSpPr>
        <p:spPr>
          <a:xfrm xmlns:a="http://schemas.openxmlformats.org/drawingml/2006/main">
            <a:off x="781050" y="4419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03</a:t>
            </a:r>
          </a:p>
        </p:txBody>
      </p:sp>
      <p:sp>
        <p:nvSpPr>
          <p:cNvPr id="16" name="prob3-heading">
            <a:extLst xmlns:a="http://schemas.openxmlformats.org/drawingml/2006/main">
              <a:ext uri="{FF2B5EF4-FFF2-40B4-BE49-F238E27FC236}">
                <a16:creationId xmlns:a16="http://schemas.microsoft.com/office/drawing/2014/main" id="{1F8ADA6D-FE22-4A46-948E-4ECC6D30CF11}"/>
              </a:ext>
            </a:extLst>
          </p:cNvPr>
          <p:cNvSpPr>
            <a:spLocks xmlns:a="http://schemas.openxmlformats.org/drawingml/2006/main" noGrp="1"/>
          </p:cNvSpPr>
          <p:nvPr/>
        </p:nvSpPr>
        <p:spPr>
          <a:xfrm xmlns:a="http://schemas.openxmlformats.org/drawingml/2006/main">
            <a:off x="1238250" y="4410075"/>
            <a:ext cx="401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Allocation risks</a:t>
            </a:r>
          </a:p>
        </p:txBody>
      </p:sp>
      <p:sp>
        <p:nvSpPr>
          <p:cNvPr id="17" name="prob3-body">
            <a:extLst xmlns:a="http://schemas.openxmlformats.org/drawingml/2006/main">
              <a:ext uri="{FF2B5EF4-FFF2-40B4-BE49-F238E27FC236}">
                <a16:creationId xmlns:a16="http://schemas.microsoft.com/office/drawing/2014/main" id="{BFBF2B86-19F4-4009-99DB-BF8EE7CACCAC}"/>
              </a:ext>
            </a:extLst>
          </p:cNvPr>
          <p:cNvSpPr>
            <a:spLocks xmlns:a="http://schemas.openxmlformats.org/drawingml/2006/main" noGrp="1"/>
          </p:cNvSpPr>
          <p:nvPr/>
        </p:nvSpPr>
        <p:spPr>
          <a:xfrm xmlns:a="http://schemas.openxmlformats.org/drawingml/2006/main">
            <a:off x="1238250" y="4705350"/>
            <a:ext cx="3962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Room capacity, eligibility, and current occupancy need consistent checks.</a:t>
            </a:r>
          </a:p>
        </p:txBody>
      </p:sp>
      <p:sp>
        <p:nvSpPr>
          <p:cNvPr id="18" name="scope-divider">
            <a:extLst xmlns:a="http://schemas.openxmlformats.org/drawingml/2006/main">
              <a:ext uri="{FF2B5EF4-FFF2-40B4-BE49-F238E27FC236}">
                <a16:creationId xmlns:a16="http://schemas.microsoft.com/office/drawing/2014/main" id="{F459DA12-C401-4DCD-A43F-5391100C0894}"/>
              </a:ext>
            </a:extLst>
          </p:cNvPr>
          <p:cNvSpPr>
            <a:spLocks xmlns:a="http://schemas.openxmlformats.org/drawingml/2006/main" noGrp="1"/>
          </p:cNvSpPr>
          <p:nvPr/>
        </p:nvSpPr>
        <p:spPr>
          <a:xfrm xmlns:a="http://schemas.openxmlformats.org/drawingml/2006/main">
            <a:off x="5695950" y="1847850"/>
            <a:ext cx="19050" cy="38576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9" name="requirements-head">
            <a:extLst xmlns:a="http://schemas.openxmlformats.org/drawingml/2006/main">
              <a:ext uri="{FF2B5EF4-FFF2-40B4-BE49-F238E27FC236}">
                <a16:creationId xmlns:a16="http://schemas.microsoft.com/office/drawing/2014/main" id="{EE974309-6C05-42D9-8BD8-885656883097}"/>
              </a:ext>
            </a:extLst>
          </p:cNvPr>
          <p:cNvSpPr>
            <a:spLocks xmlns:a="http://schemas.openxmlformats.org/drawingml/2006/main" noGrp="1"/>
          </p:cNvSpPr>
          <p:nvPr/>
        </p:nvSpPr>
        <p:spPr>
          <a:xfrm xmlns:a="http://schemas.openxmlformats.org/drawingml/2006/main">
            <a:off x="6153150" y="180975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64A3A"/>
                </a:solidFill>
                <a:latin typeface="Arial"/>
                <a:ea typeface="Arial"/>
                <a:cs typeface="Arial"/>
              </a:defRPr>
            </a:defPPr>
            <a:lvl1pPr algn="l">
              <a:defRPr sz="2100" b="1">
                <a:solidFill>
                  <a:srgbClr val="164A3A"/>
                </a:solidFill>
                <a:latin typeface="Arial"/>
                <a:ea typeface="Arial"/>
                <a:cs typeface="Arial"/>
              </a:defRPr>
            </a:lvl1pPr>
            <a:lvl2pPr algn="l">
              <a:defRPr sz="2100" b="1">
                <a:solidFill>
                  <a:srgbClr val="164A3A"/>
                </a:solidFill>
                <a:latin typeface="Arial"/>
                <a:ea typeface="Arial"/>
                <a:cs typeface="Arial"/>
              </a:defRPr>
            </a:lvl2pPr>
            <a:lvl3pPr algn="l">
              <a:defRPr sz="2100" b="1">
                <a:solidFill>
                  <a:srgbClr val="164A3A"/>
                </a:solidFill>
                <a:latin typeface="Arial"/>
                <a:ea typeface="Arial"/>
                <a:cs typeface="Arial"/>
              </a:defRPr>
            </a:lvl3pPr>
            <a:lvl4pPr algn="l">
              <a:defRPr sz="2100" b="1">
                <a:solidFill>
                  <a:srgbClr val="164A3A"/>
                </a:solidFill>
                <a:latin typeface="Arial"/>
                <a:ea typeface="Arial"/>
                <a:cs typeface="Arial"/>
              </a:defRPr>
            </a:lvl4pPr>
            <a:lvl5pPr algn="l">
              <a:defRPr sz="2100" b="1">
                <a:solidFill>
                  <a:srgbClr val="164A3A"/>
                </a:solidFill>
                <a:latin typeface="Arial"/>
                <a:ea typeface="Arial"/>
                <a:cs typeface="Arial"/>
              </a:defRPr>
            </a:lvl5pPr>
            <a:lvl6pPr algn="l">
              <a:defRPr sz="2100" b="1">
                <a:solidFill>
                  <a:srgbClr val="164A3A"/>
                </a:solidFill>
                <a:latin typeface="Arial"/>
                <a:ea typeface="Arial"/>
                <a:cs typeface="Arial"/>
              </a:defRPr>
            </a:lvl6pPr>
            <a:lvl7pPr algn="l">
              <a:defRPr sz="2100" b="1">
                <a:solidFill>
                  <a:srgbClr val="164A3A"/>
                </a:solidFill>
                <a:latin typeface="Arial"/>
                <a:ea typeface="Arial"/>
                <a:cs typeface="Arial"/>
              </a:defRPr>
            </a:lvl7pPr>
            <a:lvl8pPr algn="l">
              <a:defRPr sz="2100" b="1">
                <a:solidFill>
                  <a:srgbClr val="164A3A"/>
                </a:solidFill>
                <a:latin typeface="Arial"/>
                <a:ea typeface="Arial"/>
                <a:cs typeface="Arial"/>
              </a:defRPr>
            </a:lvl8pPr>
            <a:lvl9pPr algn="l">
              <a:defRPr sz="2100" b="1">
                <a:solidFill>
                  <a:srgbClr val="164A3A"/>
                </a:solidFill>
                <a:latin typeface="Arial"/>
                <a:ea typeface="Arial"/>
                <a:cs typeface="Arial"/>
              </a:defRPr>
            </a:lvl9pPr>
          </a:lstStyle>
          <a:p xmlns:a="http://schemas.openxmlformats.org/drawingml/2006/main">
            <a:pPr algn="l">
              <a:defRPr sz="2100" b="1">
                <a:solidFill>
                  <a:srgbClr val="164A3A"/>
                </a:solidFill>
                <a:latin typeface="Arial"/>
                <a:ea typeface="Arial"/>
                <a:cs typeface="Arial"/>
              </a:defRPr>
            </a:pPr>
            <a:r>
              <a:rPr sz="2100" b="1">
                <a:solidFill>
                  <a:srgbClr val="164A3A"/>
                </a:solidFill>
                <a:latin typeface="Arial"/>
                <a:ea typeface="Arial"/>
                <a:cs typeface="Arial"/>
              </a:rPr>
              <a:t>What HRCMS must support</a:t>
            </a:r>
          </a:p>
        </p:txBody>
      </p:sp>
      <p:sp>
        <p:nvSpPr>
          <p:cNvPr id="20" name="req1-num">
            <a:extLst xmlns:a="http://schemas.openxmlformats.org/drawingml/2006/main">
              <a:ext uri="{FF2B5EF4-FFF2-40B4-BE49-F238E27FC236}">
                <a16:creationId xmlns:a16="http://schemas.microsoft.com/office/drawing/2014/main" id="{9B6EF041-C2D6-47F7-A93F-869C4290CE3F}"/>
              </a:ext>
            </a:extLst>
          </p:cNvPr>
          <p:cNvSpPr>
            <a:spLocks xmlns:a="http://schemas.openxmlformats.org/drawingml/2006/main" noGrp="1"/>
          </p:cNvSpPr>
          <p:nvPr/>
        </p:nvSpPr>
        <p:spPr>
          <a:xfrm xmlns:a="http://schemas.openxmlformats.org/drawingml/2006/main">
            <a:off x="6153150" y="23622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A</a:t>
            </a:r>
          </a:p>
        </p:txBody>
      </p:sp>
      <p:sp>
        <p:nvSpPr>
          <p:cNvPr id="21" name="req1-heading">
            <a:extLst xmlns:a="http://schemas.openxmlformats.org/drawingml/2006/main">
              <a:ext uri="{FF2B5EF4-FFF2-40B4-BE49-F238E27FC236}">
                <a16:creationId xmlns:a16="http://schemas.microsoft.com/office/drawing/2014/main" id="{FBC31301-B404-4F4B-9930-AF653F939946}"/>
              </a:ext>
            </a:extLst>
          </p:cNvPr>
          <p:cNvSpPr>
            <a:spLocks xmlns:a="http://schemas.openxmlformats.org/drawingml/2006/main" noGrp="1"/>
          </p:cNvSpPr>
          <p:nvPr/>
        </p:nvSpPr>
        <p:spPr>
          <a:xfrm xmlns:a="http://schemas.openxmlformats.org/drawingml/2006/main">
            <a:off x="6610350" y="235267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Students</a:t>
            </a:r>
          </a:p>
        </p:txBody>
      </p:sp>
      <p:sp>
        <p:nvSpPr>
          <p:cNvPr id="22" name="req1-body">
            <a:extLst xmlns:a="http://schemas.openxmlformats.org/drawingml/2006/main">
              <a:ext uri="{FF2B5EF4-FFF2-40B4-BE49-F238E27FC236}">
                <a16:creationId xmlns:a16="http://schemas.microsoft.com/office/drawing/2014/main" id="{1E1A97AA-2BBB-4DFE-8233-1E230AD033E8}"/>
              </a:ext>
            </a:extLst>
          </p:cNvPr>
          <p:cNvSpPr>
            <a:spLocks xmlns:a="http://schemas.openxmlformats.org/drawingml/2006/main" noGrp="1"/>
          </p:cNvSpPr>
          <p:nvPr/>
        </p:nvSpPr>
        <p:spPr>
          <a:xfrm xmlns:a="http://schemas.openxmlformats.org/drawingml/2006/main">
            <a:off x="6610350" y="2647950"/>
            <a:ext cx="4629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Maintain profiles, see room details, raise complaints, and provide feedback.</a:t>
            </a:r>
          </a:p>
        </p:txBody>
      </p:sp>
      <p:sp>
        <p:nvSpPr>
          <p:cNvPr id="23" name="req2-num">
            <a:extLst xmlns:a="http://schemas.openxmlformats.org/drawingml/2006/main">
              <a:ext uri="{FF2B5EF4-FFF2-40B4-BE49-F238E27FC236}">
                <a16:creationId xmlns:a16="http://schemas.microsoft.com/office/drawing/2014/main" id="{719625B4-384D-4844-B594-B3E45A0F4C4C}"/>
              </a:ext>
            </a:extLst>
          </p:cNvPr>
          <p:cNvSpPr>
            <a:spLocks xmlns:a="http://schemas.openxmlformats.org/drawingml/2006/main" noGrp="1"/>
          </p:cNvSpPr>
          <p:nvPr/>
        </p:nvSpPr>
        <p:spPr>
          <a:xfrm xmlns:a="http://schemas.openxmlformats.org/drawingml/2006/main">
            <a:off x="6153150" y="33909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B</a:t>
            </a:r>
          </a:p>
        </p:txBody>
      </p:sp>
      <p:sp>
        <p:nvSpPr>
          <p:cNvPr id="24" name="req2-heading">
            <a:extLst xmlns:a="http://schemas.openxmlformats.org/drawingml/2006/main">
              <a:ext uri="{FF2B5EF4-FFF2-40B4-BE49-F238E27FC236}">
                <a16:creationId xmlns:a16="http://schemas.microsoft.com/office/drawing/2014/main" id="{83E7F3F2-E1F5-4B11-81BB-AAE53B652F20}"/>
              </a:ext>
            </a:extLst>
          </p:cNvPr>
          <p:cNvSpPr>
            <a:spLocks xmlns:a="http://schemas.openxmlformats.org/drawingml/2006/main" noGrp="1"/>
          </p:cNvSpPr>
          <p:nvPr/>
        </p:nvSpPr>
        <p:spPr>
          <a:xfrm xmlns:a="http://schemas.openxmlformats.org/drawingml/2006/main">
            <a:off x="6610350" y="338137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Administrators and wardens</a:t>
            </a:r>
          </a:p>
        </p:txBody>
      </p:sp>
      <p:sp>
        <p:nvSpPr>
          <p:cNvPr id="25" name="req2-body">
            <a:extLst xmlns:a="http://schemas.openxmlformats.org/drawingml/2006/main">
              <a:ext uri="{FF2B5EF4-FFF2-40B4-BE49-F238E27FC236}">
                <a16:creationId xmlns:a16="http://schemas.microsoft.com/office/drawing/2014/main" id="{51941EBB-AC55-415C-B12D-516BCC70BAC2}"/>
              </a:ext>
            </a:extLst>
          </p:cNvPr>
          <p:cNvSpPr>
            <a:spLocks xmlns:a="http://schemas.openxmlformats.org/drawingml/2006/main" noGrp="1"/>
          </p:cNvSpPr>
          <p:nvPr/>
        </p:nvSpPr>
        <p:spPr>
          <a:xfrm xmlns:a="http://schemas.openxmlformats.org/drawingml/2006/main">
            <a:off x="6610350" y="3676650"/>
            <a:ext cx="4629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Manage accounts, blocks, rooms, allotments, and complaint assignments.</a:t>
            </a:r>
          </a:p>
        </p:txBody>
      </p:sp>
      <p:sp>
        <p:nvSpPr>
          <p:cNvPr id="26" name="req3-num">
            <a:extLst xmlns:a="http://schemas.openxmlformats.org/drawingml/2006/main">
              <a:ext uri="{FF2B5EF4-FFF2-40B4-BE49-F238E27FC236}">
                <a16:creationId xmlns:a16="http://schemas.microsoft.com/office/drawing/2014/main" id="{B844BA2C-0E49-4E32-B285-81CBBD50C2B6}"/>
              </a:ext>
            </a:extLst>
          </p:cNvPr>
          <p:cNvSpPr>
            <a:spLocks xmlns:a="http://schemas.openxmlformats.org/drawingml/2006/main" noGrp="1"/>
          </p:cNvSpPr>
          <p:nvPr/>
        </p:nvSpPr>
        <p:spPr>
          <a:xfrm xmlns:a="http://schemas.openxmlformats.org/drawingml/2006/main">
            <a:off x="6153150" y="4419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C</a:t>
            </a:r>
          </a:p>
        </p:txBody>
      </p:sp>
      <p:sp>
        <p:nvSpPr>
          <p:cNvPr id="27" name="req3-heading">
            <a:extLst xmlns:a="http://schemas.openxmlformats.org/drawingml/2006/main">
              <a:ext uri="{FF2B5EF4-FFF2-40B4-BE49-F238E27FC236}">
                <a16:creationId xmlns:a16="http://schemas.microsoft.com/office/drawing/2014/main" id="{8FA4287C-F7E4-4E17-9AA1-3B9B7107FDE2}"/>
              </a:ext>
            </a:extLst>
          </p:cNvPr>
          <p:cNvSpPr>
            <a:spLocks xmlns:a="http://schemas.openxmlformats.org/drawingml/2006/main" noGrp="1"/>
          </p:cNvSpPr>
          <p:nvPr/>
        </p:nvSpPr>
        <p:spPr>
          <a:xfrm xmlns:a="http://schemas.openxmlformats.org/drawingml/2006/main">
            <a:off x="6610350" y="4410075"/>
            <a:ext cx="468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Maintenance staff</a:t>
            </a:r>
          </a:p>
        </p:txBody>
      </p:sp>
      <p:sp>
        <p:nvSpPr>
          <p:cNvPr id="28" name="req3-body">
            <a:extLst xmlns:a="http://schemas.openxmlformats.org/drawingml/2006/main">
              <a:ext uri="{FF2B5EF4-FFF2-40B4-BE49-F238E27FC236}">
                <a16:creationId xmlns:a16="http://schemas.microsoft.com/office/drawing/2014/main" id="{005ED107-E096-48B1-A0D4-BB7C4B19CFAC}"/>
              </a:ext>
            </a:extLst>
          </p:cNvPr>
          <p:cNvSpPr>
            <a:spLocks xmlns:a="http://schemas.openxmlformats.org/drawingml/2006/main" noGrp="1"/>
          </p:cNvSpPr>
          <p:nvPr/>
        </p:nvSpPr>
        <p:spPr>
          <a:xfrm xmlns:a="http://schemas.openxmlformats.org/drawingml/2006/main">
            <a:off x="6610350" y="4705350"/>
            <a:ext cx="4629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Receive jobs matching their service specialty and block; update progress.</a:t>
            </a:r>
          </a:p>
        </p:txBody>
      </p:sp>
      <p:sp>
        <p:nvSpPr>
          <p:cNvPr id="29" name="req-band">
            <a:extLst xmlns:a="http://schemas.openxmlformats.org/drawingml/2006/main">
              <a:ext uri="{FF2B5EF4-FFF2-40B4-BE49-F238E27FC236}">
                <a16:creationId xmlns:a16="http://schemas.microsoft.com/office/drawing/2014/main" id="{1113E483-EB19-4C71-92A6-5BCFAAD0D06D}"/>
              </a:ext>
            </a:extLst>
          </p:cNvPr>
          <p:cNvSpPr>
            <a:spLocks xmlns:a="http://schemas.openxmlformats.org/drawingml/2006/main" noGrp="1"/>
          </p:cNvSpPr>
          <p:nvPr/>
        </p:nvSpPr>
        <p:spPr>
          <a:xfrm xmlns:a="http://schemas.openxmlformats.org/drawingml/2006/main">
            <a:off x="6153150" y="5543550"/>
            <a:ext cx="5181600" cy="514350"/>
          </a:xfrm>
          <a:prstGeom xmlns:a="http://schemas.openxmlformats.org/drawingml/2006/main" prst="rect">
            <a:avLst/>
          </a:prstGeom>
          <a:solidFill xmlns:a="http://schemas.openxmlformats.org/drawingml/2006/main">
            <a:srgbClr val="E7EFEA"/>
          </a:solidFill>
          <a:ln xmlns:a="http://schemas.openxmlformats.org/drawingml/2006/main" w="0">
            <a:noFill/>
            <a:prstDash val="solid"/>
          </a:ln>
        </p:spPr>
      </p:sp>
      <p:sp>
        <p:nvSpPr>
          <p:cNvPr id="30" name="req-band-text">
            <a:extLst xmlns:a="http://schemas.openxmlformats.org/drawingml/2006/main">
              <a:ext uri="{FF2B5EF4-FFF2-40B4-BE49-F238E27FC236}">
                <a16:creationId xmlns:a16="http://schemas.microsoft.com/office/drawing/2014/main" id="{6EA93449-25F4-428C-849A-96F083482A28}"/>
              </a:ext>
            </a:extLst>
          </p:cNvPr>
          <p:cNvSpPr>
            <a:spLocks xmlns:a="http://schemas.openxmlformats.org/drawingml/2006/main" noGrp="1"/>
          </p:cNvSpPr>
          <p:nvPr/>
        </p:nvSpPr>
        <p:spPr>
          <a:xfrm xmlns:a="http://schemas.openxmlformats.org/drawingml/2006/main">
            <a:off x="6324600" y="5619750"/>
            <a:ext cx="4895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137"/>
          </a:bodyPr>
          <a:lstStyle xmlns:a="http://schemas.openxmlformats.org/drawingml/2006/main">
            <a:defPPr algn="l">
              <a:defRPr sz="1275" b="1">
                <a:solidFill>
                  <a:srgbClr val="164A3A"/>
                </a:solidFill>
                <a:latin typeface="Arial"/>
                <a:ea typeface="Arial"/>
                <a:cs typeface="Arial"/>
              </a:defRPr>
            </a:defPPr>
            <a:lvl1pPr algn="l">
              <a:defRPr sz="1275" b="1">
                <a:solidFill>
                  <a:srgbClr val="164A3A"/>
                </a:solidFill>
                <a:latin typeface="Arial"/>
                <a:ea typeface="Arial"/>
                <a:cs typeface="Arial"/>
              </a:defRPr>
            </a:lvl1pPr>
            <a:lvl2pPr algn="l">
              <a:defRPr sz="1275" b="1">
                <a:solidFill>
                  <a:srgbClr val="164A3A"/>
                </a:solidFill>
                <a:latin typeface="Arial"/>
                <a:ea typeface="Arial"/>
                <a:cs typeface="Arial"/>
              </a:defRPr>
            </a:lvl2pPr>
            <a:lvl3pPr algn="l">
              <a:defRPr sz="1275" b="1">
                <a:solidFill>
                  <a:srgbClr val="164A3A"/>
                </a:solidFill>
                <a:latin typeface="Arial"/>
                <a:ea typeface="Arial"/>
                <a:cs typeface="Arial"/>
              </a:defRPr>
            </a:lvl3pPr>
            <a:lvl4pPr algn="l">
              <a:defRPr sz="1275" b="1">
                <a:solidFill>
                  <a:srgbClr val="164A3A"/>
                </a:solidFill>
                <a:latin typeface="Arial"/>
                <a:ea typeface="Arial"/>
                <a:cs typeface="Arial"/>
              </a:defRPr>
            </a:lvl4pPr>
            <a:lvl5pPr algn="l">
              <a:defRPr sz="1275" b="1">
                <a:solidFill>
                  <a:srgbClr val="164A3A"/>
                </a:solidFill>
                <a:latin typeface="Arial"/>
                <a:ea typeface="Arial"/>
                <a:cs typeface="Arial"/>
              </a:defRPr>
            </a:lvl5pPr>
            <a:lvl6pPr algn="l">
              <a:defRPr sz="1275" b="1">
                <a:solidFill>
                  <a:srgbClr val="164A3A"/>
                </a:solidFill>
                <a:latin typeface="Arial"/>
                <a:ea typeface="Arial"/>
                <a:cs typeface="Arial"/>
              </a:defRPr>
            </a:lvl6pPr>
            <a:lvl7pPr algn="l">
              <a:defRPr sz="1275" b="1">
                <a:solidFill>
                  <a:srgbClr val="164A3A"/>
                </a:solidFill>
                <a:latin typeface="Arial"/>
                <a:ea typeface="Arial"/>
                <a:cs typeface="Arial"/>
              </a:defRPr>
            </a:lvl7pPr>
            <a:lvl8pPr algn="l">
              <a:defRPr sz="1275" b="1">
                <a:solidFill>
                  <a:srgbClr val="164A3A"/>
                </a:solidFill>
                <a:latin typeface="Arial"/>
                <a:ea typeface="Arial"/>
                <a:cs typeface="Arial"/>
              </a:defRPr>
            </a:lvl8pPr>
            <a:lvl9pPr algn="l">
              <a:defRPr sz="1275" b="1">
                <a:solidFill>
                  <a:srgbClr val="164A3A"/>
                </a:solidFill>
                <a:latin typeface="Arial"/>
                <a:ea typeface="Arial"/>
                <a:cs typeface="Arial"/>
              </a:defRPr>
            </a:lvl9pPr>
          </a:lstStyle>
          <a:p xmlns:a="http://schemas.openxmlformats.org/drawingml/2006/main">
            <a:pPr algn="l">
              <a:defRPr sz="1275" b="1">
                <a:solidFill>
                  <a:srgbClr val="164A3A"/>
                </a:solidFill>
                <a:latin typeface="Arial"/>
                <a:ea typeface="Arial"/>
                <a:cs typeface="Arial"/>
              </a:defRPr>
            </a:pPr>
            <a:r>
              <a:rPr sz="1275" b="1">
                <a:solidFill>
                  <a:srgbClr val="164A3A"/>
                </a:solidFill>
                <a:latin typeface="Arial"/>
                <a:ea typeface="Arial"/>
                <a:cs typeface="Arial"/>
              </a:rPr>
              <a:t>Shared requirements: secure access  •  validation  •  history  •  clear status</a:t>
            </a:r>
          </a:p>
        </p:txBody>
      </p:sp>
    </p:spTree>
    <p:extLst>
      <p:ext uri="{BB962C8B-B14F-4D97-AF65-F5344CB8AC3E}">
        <p14:creationId xmlns:p14="http://schemas.microsoft.com/office/powerpoint/2010/main" val="1183546591"/>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37" name="top-rule-3">
            <a:extLst xmlns:a="http://schemas.openxmlformats.org/drawingml/2006/main">
              <a:ext uri="{FF2B5EF4-FFF2-40B4-BE49-F238E27FC236}">
                <a16:creationId xmlns:a16="http://schemas.microsoft.com/office/drawing/2014/main" id="{D6F4AC90-D3C0-4C20-9DAF-6C707C3805F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3">
            <a:extLst xmlns:a="http://schemas.openxmlformats.org/drawingml/2006/main">
              <a:ext uri="{FF2B5EF4-FFF2-40B4-BE49-F238E27FC236}">
                <a16:creationId xmlns:a16="http://schemas.microsoft.com/office/drawing/2014/main" id="{94996CFB-BC85-4DB1-93C1-B5C45AECE452}"/>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02  /  CONCEPTUAL MODEL</a:t>
            </a:r>
          </a:p>
        </p:txBody>
      </p:sp>
      <p:sp>
        <p:nvSpPr>
          <p:cNvPr id="3" name="title-3">
            <a:extLst xmlns:a="http://schemas.openxmlformats.org/drawingml/2006/main">
              <a:ext uri="{FF2B5EF4-FFF2-40B4-BE49-F238E27FC236}">
                <a16:creationId xmlns:a16="http://schemas.microsoft.com/office/drawing/2014/main" id="{2EB2F2E2-0717-4FFB-B94E-59B36D092B8E}"/>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EER design: shared identity and role subtypes</a:t>
            </a:r>
          </a:p>
        </p:txBody>
      </p:sp>
      <p:sp>
        <p:nvSpPr>
          <p:cNvPr id="4" name="subtitle-3">
            <a:extLst xmlns:a="http://schemas.openxmlformats.org/drawingml/2006/main">
              <a:ext uri="{FF2B5EF4-FFF2-40B4-BE49-F238E27FC236}">
                <a16:creationId xmlns:a16="http://schemas.microsoft.com/office/drawing/2014/main" id="{7F202103-A66B-4A1E-871A-66E810824ED7}"/>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Common account data is stored once; specialized details live in role tables.</a:t>
            </a:r>
          </a:p>
        </p:txBody>
      </p:sp>
      <p:sp>
        <p:nvSpPr>
          <p:cNvPr id="5" name="header-rule-3">
            <a:extLst xmlns:a="http://schemas.openxmlformats.org/drawingml/2006/main">
              <a:ext uri="{FF2B5EF4-FFF2-40B4-BE49-F238E27FC236}">
                <a16:creationId xmlns:a16="http://schemas.microsoft.com/office/drawing/2014/main" id="{2F61CB50-84DE-4130-9975-69F1D9C5D58B}"/>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3">
            <a:extLst xmlns:a="http://schemas.openxmlformats.org/drawingml/2006/main">
              <a:ext uri="{FF2B5EF4-FFF2-40B4-BE49-F238E27FC236}">
                <a16:creationId xmlns:a16="http://schemas.microsoft.com/office/drawing/2014/main" id="{CEC507D8-2A63-4F23-9F8A-62807DCF7EC6}"/>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3">
            <a:extLst xmlns:a="http://schemas.openxmlformats.org/drawingml/2006/main">
              <a:ext uri="{FF2B5EF4-FFF2-40B4-BE49-F238E27FC236}">
                <a16:creationId xmlns:a16="http://schemas.microsoft.com/office/drawing/2014/main" id="{0E1C31B5-64E5-4FE5-A2A6-813543E11CE5}"/>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03</a:t>
            </a:r>
          </a:p>
        </p:txBody>
      </p:sp>
      <p:sp>
        <p:nvSpPr>
          <p:cNvPr id="8" name="eer-users">
            <a:extLst xmlns:a="http://schemas.openxmlformats.org/drawingml/2006/main">
              <a:ext uri="{FF2B5EF4-FFF2-40B4-BE49-F238E27FC236}">
                <a16:creationId xmlns:a16="http://schemas.microsoft.com/office/drawing/2014/main" id="{E19B497B-F7C6-49C6-AC86-8D13F4252BA9}"/>
              </a:ext>
            </a:extLst>
          </p:cNvPr>
          <p:cNvSpPr>
            <a:spLocks xmlns:a="http://schemas.openxmlformats.org/drawingml/2006/main" noGrp="1"/>
          </p:cNvSpPr>
          <p:nvPr/>
        </p:nvSpPr>
        <p:spPr>
          <a:xfrm xmlns:a="http://schemas.openxmlformats.org/drawingml/2006/main">
            <a:off x="4038600" y="1885950"/>
            <a:ext cx="4114800" cy="1066800"/>
          </a:xfrm>
          <a:prstGeom xmlns:a="http://schemas.openxmlformats.org/drawingml/2006/main" prst="roundRect">
            <a:avLst>
              <a:gd name="adj" fmla="val 7143"/>
            </a:avLst>
          </a:prstGeom>
          <a:solidFill xmlns:a="http://schemas.openxmlformats.org/drawingml/2006/main">
            <a:srgbClr val="164A3A"/>
          </a:solidFill>
          <a:ln xmlns:a="http://schemas.openxmlformats.org/drawingml/2006/main" w="0">
            <a:noFill/>
            <a:prstDash val="solid"/>
          </a:ln>
        </p:spPr>
      </p:sp>
      <p:sp>
        <p:nvSpPr>
          <p:cNvPr id="9" name="eer-users-title">
            <a:extLst xmlns:a="http://schemas.openxmlformats.org/drawingml/2006/main">
              <a:ext uri="{FF2B5EF4-FFF2-40B4-BE49-F238E27FC236}">
                <a16:creationId xmlns:a16="http://schemas.microsoft.com/office/drawing/2014/main" id="{F8532F28-E6B5-4C69-980E-D37F2D70083E}"/>
              </a:ext>
            </a:extLst>
          </p:cNvPr>
          <p:cNvSpPr>
            <a:spLocks xmlns:a="http://schemas.openxmlformats.org/drawingml/2006/main" noGrp="1"/>
          </p:cNvSpPr>
          <p:nvPr/>
        </p:nvSpPr>
        <p:spPr>
          <a:xfrm xmlns:a="http://schemas.openxmlformats.org/drawingml/2006/main">
            <a:off x="4267200" y="1981200"/>
            <a:ext cx="3657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USERS</a:t>
            </a:r>
          </a:p>
        </p:txBody>
      </p:sp>
      <p:sp>
        <p:nvSpPr>
          <p:cNvPr id="10" name="eer-users-fields">
            <a:extLst xmlns:a="http://schemas.openxmlformats.org/drawingml/2006/main">
              <a:ext uri="{FF2B5EF4-FFF2-40B4-BE49-F238E27FC236}">
                <a16:creationId xmlns:a16="http://schemas.microsoft.com/office/drawing/2014/main" id="{B5FC0C9F-0E13-4726-A337-4CE94DDA5ED0}"/>
              </a:ext>
            </a:extLst>
          </p:cNvPr>
          <p:cNvSpPr>
            <a:spLocks xmlns:a="http://schemas.openxmlformats.org/drawingml/2006/main" noGrp="1"/>
          </p:cNvSpPr>
          <p:nvPr/>
        </p:nvSpPr>
        <p:spPr>
          <a:xfrm xmlns:a="http://schemas.openxmlformats.org/drawingml/2006/main">
            <a:off x="4267200" y="2381250"/>
            <a:ext cx="365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E5EEE8"/>
                </a:solidFill>
                <a:latin typeface="Arial"/>
                <a:ea typeface="Arial"/>
                <a:cs typeface="Arial"/>
              </a:defRPr>
            </a:defPPr>
            <a:lvl1pPr algn="ctr">
              <a:defRPr sz="1275" b="0">
                <a:solidFill>
                  <a:srgbClr val="E5EEE8"/>
                </a:solidFill>
                <a:latin typeface="Arial"/>
                <a:ea typeface="Arial"/>
                <a:cs typeface="Arial"/>
              </a:defRPr>
            </a:lvl1pPr>
            <a:lvl2pPr algn="ctr">
              <a:defRPr sz="1275" b="0">
                <a:solidFill>
                  <a:srgbClr val="E5EEE8"/>
                </a:solidFill>
                <a:latin typeface="Arial"/>
                <a:ea typeface="Arial"/>
                <a:cs typeface="Arial"/>
              </a:defRPr>
            </a:lvl2pPr>
            <a:lvl3pPr algn="ctr">
              <a:defRPr sz="1275" b="0">
                <a:solidFill>
                  <a:srgbClr val="E5EEE8"/>
                </a:solidFill>
                <a:latin typeface="Arial"/>
                <a:ea typeface="Arial"/>
                <a:cs typeface="Arial"/>
              </a:defRPr>
            </a:lvl3pPr>
            <a:lvl4pPr algn="ctr">
              <a:defRPr sz="1275" b="0">
                <a:solidFill>
                  <a:srgbClr val="E5EEE8"/>
                </a:solidFill>
                <a:latin typeface="Arial"/>
                <a:ea typeface="Arial"/>
                <a:cs typeface="Arial"/>
              </a:defRPr>
            </a:lvl4pPr>
            <a:lvl5pPr algn="ctr">
              <a:defRPr sz="1275" b="0">
                <a:solidFill>
                  <a:srgbClr val="E5EEE8"/>
                </a:solidFill>
                <a:latin typeface="Arial"/>
                <a:ea typeface="Arial"/>
                <a:cs typeface="Arial"/>
              </a:defRPr>
            </a:lvl5pPr>
            <a:lvl6pPr algn="ctr">
              <a:defRPr sz="1275" b="0">
                <a:solidFill>
                  <a:srgbClr val="E5EEE8"/>
                </a:solidFill>
                <a:latin typeface="Arial"/>
                <a:ea typeface="Arial"/>
                <a:cs typeface="Arial"/>
              </a:defRPr>
            </a:lvl6pPr>
            <a:lvl7pPr algn="ctr">
              <a:defRPr sz="1275" b="0">
                <a:solidFill>
                  <a:srgbClr val="E5EEE8"/>
                </a:solidFill>
                <a:latin typeface="Arial"/>
                <a:ea typeface="Arial"/>
                <a:cs typeface="Arial"/>
              </a:defRPr>
            </a:lvl7pPr>
            <a:lvl8pPr algn="ctr">
              <a:defRPr sz="1275" b="0">
                <a:solidFill>
                  <a:srgbClr val="E5EEE8"/>
                </a:solidFill>
                <a:latin typeface="Arial"/>
                <a:ea typeface="Arial"/>
                <a:cs typeface="Arial"/>
              </a:defRPr>
            </a:lvl8pPr>
            <a:lvl9pPr algn="ctr">
              <a:defRPr sz="1275" b="0">
                <a:solidFill>
                  <a:srgbClr val="E5EEE8"/>
                </a:solidFill>
                <a:latin typeface="Arial"/>
                <a:ea typeface="Arial"/>
                <a:cs typeface="Arial"/>
              </a:defRPr>
            </a:lvl9pPr>
          </a:lstStyle>
          <a:p xmlns:a="http://schemas.openxmlformats.org/drawingml/2006/main">
            <a:pPr algn="ctr">
              <a:defRPr sz="1275" b="0">
                <a:solidFill>
                  <a:srgbClr val="E5EEE8"/>
                </a:solidFill>
                <a:latin typeface="Arial"/>
                <a:ea typeface="Arial"/>
                <a:cs typeface="Arial"/>
              </a:defRPr>
            </a:pPr>
            <a:r>
              <a:rPr sz="1275" b="0">
                <a:solidFill>
                  <a:srgbClr val="E5EEE8"/>
                </a:solidFill>
                <a:latin typeface="Arial"/>
                <a:ea typeface="Arial"/>
                <a:cs typeface="Arial"/>
              </a:rPr>
              <a:t>user_id  •  full_name  •  email  •  role</a:t>
            </a:r>
          </a:p>
        </p:txBody>
      </p:sp>
      <p:sp>
        <p:nvSpPr>
          <p:cNvPr id="11" name="eer-box-0">
            <a:extLst xmlns:a="http://schemas.openxmlformats.org/drawingml/2006/main">
              <a:ext uri="{FF2B5EF4-FFF2-40B4-BE49-F238E27FC236}">
                <a16:creationId xmlns:a16="http://schemas.microsoft.com/office/drawing/2014/main" id="{09F5A86F-C92B-410D-A448-C0EF1B5E3FA8}"/>
              </a:ext>
            </a:extLst>
          </p:cNvPr>
          <p:cNvSpPr>
            <a:spLocks xmlns:a="http://schemas.openxmlformats.org/drawingml/2006/main" noGrp="1"/>
          </p:cNvSpPr>
          <p:nvPr/>
        </p:nvSpPr>
        <p:spPr>
          <a:xfrm xmlns:a="http://schemas.openxmlformats.org/drawingml/2006/main">
            <a:off x="781050" y="4000500"/>
            <a:ext cx="230505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BD8D1"/>
            </a:solidFill>
            <a:prstDash val="solid"/>
          </a:ln>
        </p:spPr>
      </p:sp>
      <p:sp>
        <p:nvSpPr>
          <p:cNvPr id="12" name="eer-title-0">
            <a:extLst xmlns:a="http://schemas.openxmlformats.org/drawingml/2006/main">
              <a:ext uri="{FF2B5EF4-FFF2-40B4-BE49-F238E27FC236}">
                <a16:creationId xmlns:a16="http://schemas.microsoft.com/office/drawing/2014/main" id="{D7271765-A466-4AB0-9AF9-FB85F6D88AE2}"/>
              </a:ext>
            </a:extLst>
          </p:cNvPr>
          <p:cNvSpPr>
            <a:spLocks xmlns:a="http://schemas.openxmlformats.org/drawingml/2006/main" noGrp="1"/>
          </p:cNvSpPr>
          <p:nvPr/>
        </p:nvSpPr>
        <p:spPr>
          <a:xfrm xmlns:a="http://schemas.openxmlformats.org/drawingml/2006/main">
            <a:off x="895350" y="41148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64A3A"/>
                </a:solidFill>
                <a:latin typeface="Arial"/>
                <a:ea typeface="Arial"/>
                <a:cs typeface="Arial"/>
              </a:defRPr>
            </a:defPPr>
            <a:lvl1pPr algn="ctr">
              <a:defRPr sz="1500" b="1">
                <a:solidFill>
                  <a:srgbClr val="164A3A"/>
                </a:solidFill>
                <a:latin typeface="Arial"/>
                <a:ea typeface="Arial"/>
                <a:cs typeface="Arial"/>
              </a:defRPr>
            </a:lvl1pPr>
            <a:lvl2pPr algn="ctr">
              <a:defRPr sz="1500" b="1">
                <a:solidFill>
                  <a:srgbClr val="164A3A"/>
                </a:solidFill>
                <a:latin typeface="Arial"/>
                <a:ea typeface="Arial"/>
                <a:cs typeface="Arial"/>
              </a:defRPr>
            </a:lvl2pPr>
            <a:lvl3pPr algn="ctr">
              <a:defRPr sz="1500" b="1">
                <a:solidFill>
                  <a:srgbClr val="164A3A"/>
                </a:solidFill>
                <a:latin typeface="Arial"/>
                <a:ea typeface="Arial"/>
                <a:cs typeface="Arial"/>
              </a:defRPr>
            </a:lvl3pPr>
            <a:lvl4pPr algn="ctr">
              <a:defRPr sz="1500" b="1">
                <a:solidFill>
                  <a:srgbClr val="164A3A"/>
                </a:solidFill>
                <a:latin typeface="Arial"/>
                <a:ea typeface="Arial"/>
                <a:cs typeface="Arial"/>
              </a:defRPr>
            </a:lvl4pPr>
            <a:lvl5pPr algn="ctr">
              <a:defRPr sz="1500" b="1">
                <a:solidFill>
                  <a:srgbClr val="164A3A"/>
                </a:solidFill>
                <a:latin typeface="Arial"/>
                <a:ea typeface="Arial"/>
                <a:cs typeface="Arial"/>
              </a:defRPr>
            </a:lvl5pPr>
            <a:lvl6pPr algn="ctr">
              <a:defRPr sz="1500" b="1">
                <a:solidFill>
                  <a:srgbClr val="164A3A"/>
                </a:solidFill>
                <a:latin typeface="Arial"/>
                <a:ea typeface="Arial"/>
                <a:cs typeface="Arial"/>
              </a:defRPr>
            </a:lvl6pPr>
            <a:lvl7pPr algn="ctr">
              <a:defRPr sz="1500" b="1">
                <a:solidFill>
                  <a:srgbClr val="164A3A"/>
                </a:solidFill>
                <a:latin typeface="Arial"/>
                <a:ea typeface="Arial"/>
                <a:cs typeface="Arial"/>
              </a:defRPr>
            </a:lvl7pPr>
            <a:lvl8pPr algn="ctr">
              <a:defRPr sz="1500" b="1">
                <a:solidFill>
                  <a:srgbClr val="164A3A"/>
                </a:solidFill>
                <a:latin typeface="Arial"/>
                <a:ea typeface="Arial"/>
                <a:cs typeface="Arial"/>
              </a:defRPr>
            </a:lvl8pPr>
            <a:lvl9pPr algn="ctr">
              <a:defRPr sz="1500" b="1">
                <a:solidFill>
                  <a:srgbClr val="164A3A"/>
                </a:solidFill>
                <a:latin typeface="Arial"/>
                <a:ea typeface="Arial"/>
                <a:cs typeface="Arial"/>
              </a:defRPr>
            </a:lvl9pPr>
          </a:lstStyle>
          <a:p xmlns:a="http://schemas.openxmlformats.org/drawingml/2006/main">
            <a:pPr algn="ctr">
              <a:defRPr sz="1500" b="1">
                <a:solidFill>
                  <a:srgbClr val="164A3A"/>
                </a:solidFill>
                <a:latin typeface="Arial"/>
                <a:ea typeface="Arial"/>
                <a:cs typeface="Arial"/>
              </a:defRPr>
            </a:pPr>
            <a:r>
              <a:rPr sz="1500" b="1">
                <a:solidFill>
                  <a:srgbClr val="164A3A"/>
                </a:solidFill>
                <a:latin typeface="Arial"/>
                <a:ea typeface="Arial"/>
                <a:cs typeface="Arial"/>
              </a:rPr>
              <a:t>STUDENT</a:t>
            </a:r>
          </a:p>
        </p:txBody>
      </p:sp>
      <p:sp>
        <p:nvSpPr>
          <p:cNvPr id="13" name="eer-sub-0">
            <a:extLst xmlns:a="http://schemas.openxmlformats.org/drawingml/2006/main">
              <a:ext uri="{FF2B5EF4-FFF2-40B4-BE49-F238E27FC236}">
                <a16:creationId xmlns:a16="http://schemas.microsoft.com/office/drawing/2014/main" id="{5760B84F-7764-48A4-A3CC-0E579E474F02}"/>
              </a:ext>
            </a:extLst>
          </p:cNvPr>
          <p:cNvSpPr>
            <a:spLocks xmlns:a="http://schemas.openxmlformats.org/drawingml/2006/main" noGrp="1"/>
          </p:cNvSpPr>
          <p:nvPr/>
        </p:nvSpPr>
        <p:spPr>
          <a:xfrm xmlns:a="http://schemas.openxmlformats.org/drawingml/2006/main">
            <a:off x="914400" y="447675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8312A"/>
                </a:solidFill>
                <a:latin typeface="Arial"/>
                <a:ea typeface="Arial"/>
                <a:cs typeface="Arial"/>
              </a:defRPr>
            </a:defPPr>
            <a:lvl1pPr algn="ctr">
              <a:defRPr sz="1200" b="0">
                <a:solidFill>
                  <a:srgbClr val="18312A"/>
                </a:solidFill>
                <a:latin typeface="Arial"/>
                <a:ea typeface="Arial"/>
                <a:cs typeface="Arial"/>
              </a:defRPr>
            </a:lvl1pPr>
            <a:lvl2pPr algn="ctr">
              <a:defRPr sz="1200" b="0">
                <a:solidFill>
                  <a:srgbClr val="18312A"/>
                </a:solidFill>
                <a:latin typeface="Arial"/>
                <a:ea typeface="Arial"/>
                <a:cs typeface="Arial"/>
              </a:defRPr>
            </a:lvl2pPr>
            <a:lvl3pPr algn="ctr">
              <a:defRPr sz="1200" b="0">
                <a:solidFill>
                  <a:srgbClr val="18312A"/>
                </a:solidFill>
                <a:latin typeface="Arial"/>
                <a:ea typeface="Arial"/>
                <a:cs typeface="Arial"/>
              </a:defRPr>
            </a:lvl3pPr>
            <a:lvl4pPr algn="ctr">
              <a:defRPr sz="1200" b="0">
                <a:solidFill>
                  <a:srgbClr val="18312A"/>
                </a:solidFill>
                <a:latin typeface="Arial"/>
                <a:ea typeface="Arial"/>
                <a:cs typeface="Arial"/>
              </a:defRPr>
            </a:lvl4pPr>
            <a:lvl5pPr algn="ctr">
              <a:defRPr sz="1200" b="0">
                <a:solidFill>
                  <a:srgbClr val="18312A"/>
                </a:solidFill>
                <a:latin typeface="Arial"/>
                <a:ea typeface="Arial"/>
                <a:cs typeface="Arial"/>
              </a:defRPr>
            </a:lvl5pPr>
            <a:lvl6pPr algn="ctr">
              <a:defRPr sz="1200" b="0">
                <a:solidFill>
                  <a:srgbClr val="18312A"/>
                </a:solidFill>
                <a:latin typeface="Arial"/>
                <a:ea typeface="Arial"/>
                <a:cs typeface="Arial"/>
              </a:defRPr>
            </a:lvl6pPr>
            <a:lvl7pPr algn="ctr">
              <a:defRPr sz="1200" b="0">
                <a:solidFill>
                  <a:srgbClr val="18312A"/>
                </a:solidFill>
                <a:latin typeface="Arial"/>
                <a:ea typeface="Arial"/>
                <a:cs typeface="Arial"/>
              </a:defRPr>
            </a:lvl7pPr>
            <a:lvl8pPr algn="ctr">
              <a:defRPr sz="1200" b="0">
                <a:solidFill>
                  <a:srgbClr val="18312A"/>
                </a:solidFill>
                <a:latin typeface="Arial"/>
                <a:ea typeface="Arial"/>
                <a:cs typeface="Arial"/>
              </a:defRPr>
            </a:lvl8pPr>
            <a:lvl9pPr algn="ctr">
              <a:defRPr sz="1200" b="0">
                <a:solidFill>
                  <a:srgbClr val="18312A"/>
                </a:solidFill>
                <a:latin typeface="Arial"/>
                <a:ea typeface="Arial"/>
                <a:cs typeface="Arial"/>
              </a:defRPr>
            </a:lvl9pPr>
          </a:lstStyle>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student_id PK/FK</a:t>
            </a:r>
          </a:p>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reg_no • gender • department</a:t>
            </a:r>
          </a:p>
        </p:txBody>
      </p:sp>
      <p:sp>
        <p:nvSpPr>
          <p:cNvPr id="14" name="eer-box-1">
            <a:extLst xmlns:a="http://schemas.openxmlformats.org/drawingml/2006/main">
              <a:ext uri="{FF2B5EF4-FFF2-40B4-BE49-F238E27FC236}">
                <a16:creationId xmlns:a16="http://schemas.microsoft.com/office/drawing/2014/main" id="{2F915DA4-936E-470E-8516-3F8E30F064AA}"/>
              </a:ext>
            </a:extLst>
          </p:cNvPr>
          <p:cNvSpPr>
            <a:spLocks xmlns:a="http://schemas.openxmlformats.org/drawingml/2006/main" noGrp="1"/>
          </p:cNvSpPr>
          <p:nvPr/>
        </p:nvSpPr>
        <p:spPr>
          <a:xfrm xmlns:a="http://schemas.openxmlformats.org/drawingml/2006/main">
            <a:off x="3352800" y="4000500"/>
            <a:ext cx="230505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BD8D1"/>
            </a:solidFill>
            <a:prstDash val="solid"/>
          </a:ln>
        </p:spPr>
      </p:sp>
      <p:sp>
        <p:nvSpPr>
          <p:cNvPr id="15" name="eer-title-1">
            <a:extLst xmlns:a="http://schemas.openxmlformats.org/drawingml/2006/main">
              <a:ext uri="{FF2B5EF4-FFF2-40B4-BE49-F238E27FC236}">
                <a16:creationId xmlns:a16="http://schemas.microsoft.com/office/drawing/2014/main" id="{0EFFC4C0-9B7F-49BC-B7F7-34E141DA7A07}"/>
              </a:ext>
            </a:extLst>
          </p:cNvPr>
          <p:cNvSpPr>
            <a:spLocks xmlns:a="http://schemas.openxmlformats.org/drawingml/2006/main" noGrp="1"/>
          </p:cNvSpPr>
          <p:nvPr/>
        </p:nvSpPr>
        <p:spPr>
          <a:xfrm xmlns:a="http://schemas.openxmlformats.org/drawingml/2006/main">
            <a:off x="3467100" y="41148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64A3A"/>
                </a:solidFill>
                <a:latin typeface="Arial"/>
                <a:ea typeface="Arial"/>
                <a:cs typeface="Arial"/>
              </a:defRPr>
            </a:defPPr>
            <a:lvl1pPr algn="ctr">
              <a:defRPr sz="1500" b="1">
                <a:solidFill>
                  <a:srgbClr val="164A3A"/>
                </a:solidFill>
                <a:latin typeface="Arial"/>
                <a:ea typeface="Arial"/>
                <a:cs typeface="Arial"/>
              </a:defRPr>
            </a:lvl1pPr>
            <a:lvl2pPr algn="ctr">
              <a:defRPr sz="1500" b="1">
                <a:solidFill>
                  <a:srgbClr val="164A3A"/>
                </a:solidFill>
                <a:latin typeface="Arial"/>
                <a:ea typeface="Arial"/>
                <a:cs typeface="Arial"/>
              </a:defRPr>
            </a:lvl2pPr>
            <a:lvl3pPr algn="ctr">
              <a:defRPr sz="1500" b="1">
                <a:solidFill>
                  <a:srgbClr val="164A3A"/>
                </a:solidFill>
                <a:latin typeface="Arial"/>
                <a:ea typeface="Arial"/>
                <a:cs typeface="Arial"/>
              </a:defRPr>
            </a:lvl3pPr>
            <a:lvl4pPr algn="ctr">
              <a:defRPr sz="1500" b="1">
                <a:solidFill>
                  <a:srgbClr val="164A3A"/>
                </a:solidFill>
                <a:latin typeface="Arial"/>
                <a:ea typeface="Arial"/>
                <a:cs typeface="Arial"/>
              </a:defRPr>
            </a:lvl4pPr>
            <a:lvl5pPr algn="ctr">
              <a:defRPr sz="1500" b="1">
                <a:solidFill>
                  <a:srgbClr val="164A3A"/>
                </a:solidFill>
                <a:latin typeface="Arial"/>
                <a:ea typeface="Arial"/>
                <a:cs typeface="Arial"/>
              </a:defRPr>
            </a:lvl5pPr>
            <a:lvl6pPr algn="ctr">
              <a:defRPr sz="1500" b="1">
                <a:solidFill>
                  <a:srgbClr val="164A3A"/>
                </a:solidFill>
                <a:latin typeface="Arial"/>
                <a:ea typeface="Arial"/>
                <a:cs typeface="Arial"/>
              </a:defRPr>
            </a:lvl6pPr>
            <a:lvl7pPr algn="ctr">
              <a:defRPr sz="1500" b="1">
                <a:solidFill>
                  <a:srgbClr val="164A3A"/>
                </a:solidFill>
                <a:latin typeface="Arial"/>
                <a:ea typeface="Arial"/>
                <a:cs typeface="Arial"/>
              </a:defRPr>
            </a:lvl7pPr>
            <a:lvl8pPr algn="ctr">
              <a:defRPr sz="1500" b="1">
                <a:solidFill>
                  <a:srgbClr val="164A3A"/>
                </a:solidFill>
                <a:latin typeface="Arial"/>
                <a:ea typeface="Arial"/>
                <a:cs typeface="Arial"/>
              </a:defRPr>
            </a:lvl8pPr>
            <a:lvl9pPr algn="ctr">
              <a:defRPr sz="1500" b="1">
                <a:solidFill>
                  <a:srgbClr val="164A3A"/>
                </a:solidFill>
                <a:latin typeface="Arial"/>
                <a:ea typeface="Arial"/>
                <a:cs typeface="Arial"/>
              </a:defRPr>
            </a:lvl9pPr>
          </a:lstStyle>
          <a:p xmlns:a="http://schemas.openxmlformats.org/drawingml/2006/main">
            <a:pPr algn="ctr">
              <a:defRPr sz="1500" b="1">
                <a:solidFill>
                  <a:srgbClr val="164A3A"/>
                </a:solidFill>
                <a:latin typeface="Arial"/>
                <a:ea typeface="Arial"/>
                <a:cs typeface="Arial"/>
              </a:defRPr>
            </a:pPr>
            <a:r>
              <a:rPr sz="1500" b="1">
                <a:solidFill>
                  <a:srgbClr val="164A3A"/>
                </a:solidFill>
                <a:latin typeface="Arial"/>
                <a:ea typeface="Arial"/>
                <a:cs typeface="Arial"/>
              </a:rPr>
              <a:t>WARDEN</a:t>
            </a:r>
          </a:p>
        </p:txBody>
      </p:sp>
      <p:sp>
        <p:nvSpPr>
          <p:cNvPr id="16" name="eer-sub-1">
            <a:extLst xmlns:a="http://schemas.openxmlformats.org/drawingml/2006/main">
              <a:ext uri="{FF2B5EF4-FFF2-40B4-BE49-F238E27FC236}">
                <a16:creationId xmlns:a16="http://schemas.microsoft.com/office/drawing/2014/main" id="{4EC3B7CD-0806-46AC-A1F3-24E64F24CF6E}"/>
              </a:ext>
            </a:extLst>
          </p:cNvPr>
          <p:cNvSpPr>
            <a:spLocks xmlns:a="http://schemas.openxmlformats.org/drawingml/2006/main" noGrp="1"/>
          </p:cNvSpPr>
          <p:nvPr/>
        </p:nvSpPr>
        <p:spPr>
          <a:xfrm xmlns:a="http://schemas.openxmlformats.org/drawingml/2006/main">
            <a:off x="3486150" y="447675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8312A"/>
                </a:solidFill>
                <a:latin typeface="Arial"/>
                <a:ea typeface="Arial"/>
                <a:cs typeface="Arial"/>
              </a:defRPr>
            </a:defPPr>
            <a:lvl1pPr algn="ctr">
              <a:defRPr sz="1200" b="0">
                <a:solidFill>
                  <a:srgbClr val="18312A"/>
                </a:solidFill>
                <a:latin typeface="Arial"/>
                <a:ea typeface="Arial"/>
                <a:cs typeface="Arial"/>
              </a:defRPr>
            </a:lvl1pPr>
            <a:lvl2pPr algn="ctr">
              <a:defRPr sz="1200" b="0">
                <a:solidFill>
                  <a:srgbClr val="18312A"/>
                </a:solidFill>
                <a:latin typeface="Arial"/>
                <a:ea typeface="Arial"/>
                <a:cs typeface="Arial"/>
              </a:defRPr>
            </a:lvl2pPr>
            <a:lvl3pPr algn="ctr">
              <a:defRPr sz="1200" b="0">
                <a:solidFill>
                  <a:srgbClr val="18312A"/>
                </a:solidFill>
                <a:latin typeface="Arial"/>
                <a:ea typeface="Arial"/>
                <a:cs typeface="Arial"/>
              </a:defRPr>
            </a:lvl3pPr>
            <a:lvl4pPr algn="ctr">
              <a:defRPr sz="1200" b="0">
                <a:solidFill>
                  <a:srgbClr val="18312A"/>
                </a:solidFill>
                <a:latin typeface="Arial"/>
                <a:ea typeface="Arial"/>
                <a:cs typeface="Arial"/>
              </a:defRPr>
            </a:lvl4pPr>
            <a:lvl5pPr algn="ctr">
              <a:defRPr sz="1200" b="0">
                <a:solidFill>
                  <a:srgbClr val="18312A"/>
                </a:solidFill>
                <a:latin typeface="Arial"/>
                <a:ea typeface="Arial"/>
                <a:cs typeface="Arial"/>
              </a:defRPr>
            </a:lvl5pPr>
            <a:lvl6pPr algn="ctr">
              <a:defRPr sz="1200" b="0">
                <a:solidFill>
                  <a:srgbClr val="18312A"/>
                </a:solidFill>
                <a:latin typeface="Arial"/>
                <a:ea typeface="Arial"/>
                <a:cs typeface="Arial"/>
              </a:defRPr>
            </a:lvl6pPr>
            <a:lvl7pPr algn="ctr">
              <a:defRPr sz="1200" b="0">
                <a:solidFill>
                  <a:srgbClr val="18312A"/>
                </a:solidFill>
                <a:latin typeface="Arial"/>
                <a:ea typeface="Arial"/>
                <a:cs typeface="Arial"/>
              </a:defRPr>
            </a:lvl7pPr>
            <a:lvl8pPr algn="ctr">
              <a:defRPr sz="1200" b="0">
                <a:solidFill>
                  <a:srgbClr val="18312A"/>
                </a:solidFill>
                <a:latin typeface="Arial"/>
                <a:ea typeface="Arial"/>
                <a:cs typeface="Arial"/>
              </a:defRPr>
            </a:lvl8pPr>
            <a:lvl9pPr algn="ctr">
              <a:defRPr sz="1200" b="0">
                <a:solidFill>
                  <a:srgbClr val="18312A"/>
                </a:solidFill>
                <a:latin typeface="Arial"/>
                <a:ea typeface="Arial"/>
                <a:cs typeface="Arial"/>
              </a:defRPr>
            </a:lvl9pPr>
          </a:lstStyle>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warden_id PK/FK</a:t>
            </a:r>
          </a:p>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designation • office_room</a:t>
            </a:r>
          </a:p>
        </p:txBody>
      </p:sp>
      <p:sp>
        <p:nvSpPr>
          <p:cNvPr id="17" name="eer-box-2">
            <a:extLst xmlns:a="http://schemas.openxmlformats.org/drawingml/2006/main">
              <a:ext uri="{FF2B5EF4-FFF2-40B4-BE49-F238E27FC236}">
                <a16:creationId xmlns:a16="http://schemas.microsoft.com/office/drawing/2014/main" id="{47A150DD-6603-4C88-B5FE-C0AD60BB4C14}"/>
              </a:ext>
            </a:extLst>
          </p:cNvPr>
          <p:cNvSpPr>
            <a:spLocks xmlns:a="http://schemas.openxmlformats.org/drawingml/2006/main" noGrp="1"/>
          </p:cNvSpPr>
          <p:nvPr/>
        </p:nvSpPr>
        <p:spPr>
          <a:xfrm xmlns:a="http://schemas.openxmlformats.org/drawingml/2006/main">
            <a:off x="5924550" y="4000500"/>
            <a:ext cx="230505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BD8D1"/>
            </a:solidFill>
            <a:prstDash val="solid"/>
          </a:ln>
        </p:spPr>
      </p:sp>
      <p:sp>
        <p:nvSpPr>
          <p:cNvPr id="18" name="eer-title-2">
            <a:extLst xmlns:a="http://schemas.openxmlformats.org/drawingml/2006/main">
              <a:ext uri="{FF2B5EF4-FFF2-40B4-BE49-F238E27FC236}">
                <a16:creationId xmlns:a16="http://schemas.microsoft.com/office/drawing/2014/main" id="{F9C75BF6-5FF9-44B1-A8E5-E255A51E6180}"/>
              </a:ext>
            </a:extLst>
          </p:cNvPr>
          <p:cNvSpPr>
            <a:spLocks xmlns:a="http://schemas.openxmlformats.org/drawingml/2006/main" noGrp="1"/>
          </p:cNvSpPr>
          <p:nvPr/>
        </p:nvSpPr>
        <p:spPr>
          <a:xfrm xmlns:a="http://schemas.openxmlformats.org/drawingml/2006/main">
            <a:off x="6038850" y="41148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64A3A"/>
                </a:solidFill>
                <a:latin typeface="Arial"/>
                <a:ea typeface="Arial"/>
                <a:cs typeface="Arial"/>
              </a:defRPr>
            </a:defPPr>
            <a:lvl1pPr algn="ctr">
              <a:defRPr sz="1500" b="1">
                <a:solidFill>
                  <a:srgbClr val="164A3A"/>
                </a:solidFill>
                <a:latin typeface="Arial"/>
                <a:ea typeface="Arial"/>
                <a:cs typeface="Arial"/>
              </a:defRPr>
            </a:lvl1pPr>
            <a:lvl2pPr algn="ctr">
              <a:defRPr sz="1500" b="1">
                <a:solidFill>
                  <a:srgbClr val="164A3A"/>
                </a:solidFill>
                <a:latin typeface="Arial"/>
                <a:ea typeface="Arial"/>
                <a:cs typeface="Arial"/>
              </a:defRPr>
            </a:lvl2pPr>
            <a:lvl3pPr algn="ctr">
              <a:defRPr sz="1500" b="1">
                <a:solidFill>
                  <a:srgbClr val="164A3A"/>
                </a:solidFill>
                <a:latin typeface="Arial"/>
                <a:ea typeface="Arial"/>
                <a:cs typeface="Arial"/>
              </a:defRPr>
            </a:lvl3pPr>
            <a:lvl4pPr algn="ctr">
              <a:defRPr sz="1500" b="1">
                <a:solidFill>
                  <a:srgbClr val="164A3A"/>
                </a:solidFill>
                <a:latin typeface="Arial"/>
                <a:ea typeface="Arial"/>
                <a:cs typeface="Arial"/>
              </a:defRPr>
            </a:lvl4pPr>
            <a:lvl5pPr algn="ctr">
              <a:defRPr sz="1500" b="1">
                <a:solidFill>
                  <a:srgbClr val="164A3A"/>
                </a:solidFill>
                <a:latin typeface="Arial"/>
                <a:ea typeface="Arial"/>
                <a:cs typeface="Arial"/>
              </a:defRPr>
            </a:lvl5pPr>
            <a:lvl6pPr algn="ctr">
              <a:defRPr sz="1500" b="1">
                <a:solidFill>
                  <a:srgbClr val="164A3A"/>
                </a:solidFill>
                <a:latin typeface="Arial"/>
                <a:ea typeface="Arial"/>
                <a:cs typeface="Arial"/>
              </a:defRPr>
            </a:lvl6pPr>
            <a:lvl7pPr algn="ctr">
              <a:defRPr sz="1500" b="1">
                <a:solidFill>
                  <a:srgbClr val="164A3A"/>
                </a:solidFill>
                <a:latin typeface="Arial"/>
                <a:ea typeface="Arial"/>
                <a:cs typeface="Arial"/>
              </a:defRPr>
            </a:lvl7pPr>
            <a:lvl8pPr algn="ctr">
              <a:defRPr sz="1500" b="1">
                <a:solidFill>
                  <a:srgbClr val="164A3A"/>
                </a:solidFill>
                <a:latin typeface="Arial"/>
                <a:ea typeface="Arial"/>
                <a:cs typeface="Arial"/>
              </a:defRPr>
            </a:lvl8pPr>
            <a:lvl9pPr algn="ctr">
              <a:defRPr sz="1500" b="1">
                <a:solidFill>
                  <a:srgbClr val="164A3A"/>
                </a:solidFill>
                <a:latin typeface="Arial"/>
                <a:ea typeface="Arial"/>
                <a:cs typeface="Arial"/>
              </a:defRPr>
            </a:lvl9pPr>
          </a:lstStyle>
          <a:p xmlns:a="http://schemas.openxmlformats.org/drawingml/2006/main">
            <a:pPr algn="ctr">
              <a:defRPr sz="1500" b="1">
                <a:solidFill>
                  <a:srgbClr val="164A3A"/>
                </a:solidFill>
                <a:latin typeface="Arial"/>
                <a:ea typeface="Arial"/>
                <a:cs typeface="Arial"/>
              </a:defRPr>
            </a:pPr>
            <a:r>
              <a:rPr sz="1500" b="1">
                <a:solidFill>
                  <a:srgbClr val="164A3A"/>
                </a:solidFill>
                <a:latin typeface="Arial"/>
                <a:ea typeface="Arial"/>
                <a:cs typeface="Arial"/>
              </a:rPr>
              <a:t>MAINTENANCE STAFF</a:t>
            </a:r>
          </a:p>
        </p:txBody>
      </p:sp>
      <p:sp>
        <p:nvSpPr>
          <p:cNvPr id="19" name="eer-sub-2">
            <a:extLst xmlns:a="http://schemas.openxmlformats.org/drawingml/2006/main">
              <a:ext uri="{FF2B5EF4-FFF2-40B4-BE49-F238E27FC236}">
                <a16:creationId xmlns:a16="http://schemas.microsoft.com/office/drawing/2014/main" id="{3E3DB200-468E-4818-A16D-C809C380661C}"/>
              </a:ext>
            </a:extLst>
          </p:cNvPr>
          <p:cNvSpPr>
            <a:spLocks xmlns:a="http://schemas.openxmlformats.org/drawingml/2006/main" noGrp="1"/>
          </p:cNvSpPr>
          <p:nvPr/>
        </p:nvSpPr>
        <p:spPr>
          <a:xfrm xmlns:a="http://schemas.openxmlformats.org/drawingml/2006/main">
            <a:off x="6057900" y="447675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8312A"/>
                </a:solidFill>
                <a:latin typeface="Arial"/>
                <a:ea typeface="Arial"/>
                <a:cs typeface="Arial"/>
              </a:defRPr>
            </a:defPPr>
            <a:lvl1pPr algn="ctr">
              <a:defRPr sz="1200" b="0">
                <a:solidFill>
                  <a:srgbClr val="18312A"/>
                </a:solidFill>
                <a:latin typeface="Arial"/>
                <a:ea typeface="Arial"/>
                <a:cs typeface="Arial"/>
              </a:defRPr>
            </a:lvl1pPr>
            <a:lvl2pPr algn="ctr">
              <a:defRPr sz="1200" b="0">
                <a:solidFill>
                  <a:srgbClr val="18312A"/>
                </a:solidFill>
                <a:latin typeface="Arial"/>
                <a:ea typeface="Arial"/>
                <a:cs typeface="Arial"/>
              </a:defRPr>
            </a:lvl2pPr>
            <a:lvl3pPr algn="ctr">
              <a:defRPr sz="1200" b="0">
                <a:solidFill>
                  <a:srgbClr val="18312A"/>
                </a:solidFill>
                <a:latin typeface="Arial"/>
                <a:ea typeface="Arial"/>
                <a:cs typeface="Arial"/>
              </a:defRPr>
            </a:lvl3pPr>
            <a:lvl4pPr algn="ctr">
              <a:defRPr sz="1200" b="0">
                <a:solidFill>
                  <a:srgbClr val="18312A"/>
                </a:solidFill>
                <a:latin typeface="Arial"/>
                <a:ea typeface="Arial"/>
                <a:cs typeface="Arial"/>
              </a:defRPr>
            </a:lvl4pPr>
            <a:lvl5pPr algn="ctr">
              <a:defRPr sz="1200" b="0">
                <a:solidFill>
                  <a:srgbClr val="18312A"/>
                </a:solidFill>
                <a:latin typeface="Arial"/>
                <a:ea typeface="Arial"/>
                <a:cs typeface="Arial"/>
              </a:defRPr>
            </a:lvl5pPr>
            <a:lvl6pPr algn="ctr">
              <a:defRPr sz="1200" b="0">
                <a:solidFill>
                  <a:srgbClr val="18312A"/>
                </a:solidFill>
                <a:latin typeface="Arial"/>
                <a:ea typeface="Arial"/>
                <a:cs typeface="Arial"/>
              </a:defRPr>
            </a:lvl6pPr>
            <a:lvl7pPr algn="ctr">
              <a:defRPr sz="1200" b="0">
                <a:solidFill>
                  <a:srgbClr val="18312A"/>
                </a:solidFill>
                <a:latin typeface="Arial"/>
                <a:ea typeface="Arial"/>
                <a:cs typeface="Arial"/>
              </a:defRPr>
            </a:lvl7pPr>
            <a:lvl8pPr algn="ctr">
              <a:defRPr sz="1200" b="0">
                <a:solidFill>
                  <a:srgbClr val="18312A"/>
                </a:solidFill>
                <a:latin typeface="Arial"/>
                <a:ea typeface="Arial"/>
                <a:cs typeface="Arial"/>
              </a:defRPr>
            </a:lvl8pPr>
            <a:lvl9pPr algn="ctr">
              <a:defRPr sz="1200" b="0">
                <a:solidFill>
                  <a:srgbClr val="18312A"/>
                </a:solidFill>
                <a:latin typeface="Arial"/>
                <a:ea typeface="Arial"/>
                <a:cs typeface="Arial"/>
              </a:defRPr>
            </a:lvl9pPr>
          </a:lstStyle>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staff_id PK/FK</a:t>
            </a:r>
          </a:p>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specialty • block • shift</a:t>
            </a:r>
          </a:p>
        </p:txBody>
      </p:sp>
      <p:sp>
        <p:nvSpPr>
          <p:cNvPr id="20" name="eer-box-3">
            <a:extLst xmlns:a="http://schemas.openxmlformats.org/drawingml/2006/main">
              <a:ext uri="{FF2B5EF4-FFF2-40B4-BE49-F238E27FC236}">
                <a16:creationId xmlns:a16="http://schemas.microsoft.com/office/drawing/2014/main" id="{4DCF62E4-176C-40E6-ABC1-B37F62B2CDE9}"/>
              </a:ext>
            </a:extLst>
          </p:cNvPr>
          <p:cNvSpPr>
            <a:spLocks xmlns:a="http://schemas.openxmlformats.org/drawingml/2006/main" noGrp="1"/>
          </p:cNvSpPr>
          <p:nvPr/>
        </p:nvSpPr>
        <p:spPr>
          <a:xfrm xmlns:a="http://schemas.openxmlformats.org/drawingml/2006/main">
            <a:off x="8496300" y="4000500"/>
            <a:ext cx="2305050" cy="1371600"/>
          </a:xfrm>
          <a:prstGeom xmlns:a="http://schemas.openxmlformats.org/drawingml/2006/main" prst="roundRect">
            <a:avLst>
              <a:gd name="adj" fmla="val 5556"/>
            </a:avLst>
          </a:prstGeom>
          <a:solidFill xmlns:a="http://schemas.openxmlformats.org/drawingml/2006/main">
            <a:srgbClr val="F5EBDD"/>
          </a:solidFill>
          <a:ln xmlns:a="http://schemas.openxmlformats.org/drawingml/2006/main" w="9525">
            <a:solidFill>
              <a:srgbClr val="CBD8D1"/>
            </a:solidFill>
            <a:prstDash val="solid"/>
          </a:ln>
        </p:spPr>
      </p:sp>
      <p:sp>
        <p:nvSpPr>
          <p:cNvPr id="21" name="eer-title-3">
            <a:extLst xmlns:a="http://schemas.openxmlformats.org/drawingml/2006/main">
              <a:ext uri="{FF2B5EF4-FFF2-40B4-BE49-F238E27FC236}">
                <a16:creationId xmlns:a16="http://schemas.microsoft.com/office/drawing/2014/main" id="{A1AEE928-A8AF-409D-89BC-0F9EE28201A6}"/>
              </a:ext>
            </a:extLst>
          </p:cNvPr>
          <p:cNvSpPr>
            <a:spLocks xmlns:a="http://schemas.openxmlformats.org/drawingml/2006/main" noGrp="1"/>
          </p:cNvSpPr>
          <p:nvPr/>
        </p:nvSpPr>
        <p:spPr>
          <a:xfrm xmlns:a="http://schemas.openxmlformats.org/drawingml/2006/main">
            <a:off x="8610600" y="41148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64A3A"/>
                </a:solidFill>
                <a:latin typeface="Arial"/>
                <a:ea typeface="Arial"/>
                <a:cs typeface="Arial"/>
              </a:defRPr>
            </a:defPPr>
            <a:lvl1pPr algn="ctr">
              <a:defRPr sz="1500" b="1">
                <a:solidFill>
                  <a:srgbClr val="164A3A"/>
                </a:solidFill>
                <a:latin typeface="Arial"/>
                <a:ea typeface="Arial"/>
                <a:cs typeface="Arial"/>
              </a:defRPr>
            </a:lvl1pPr>
            <a:lvl2pPr algn="ctr">
              <a:defRPr sz="1500" b="1">
                <a:solidFill>
                  <a:srgbClr val="164A3A"/>
                </a:solidFill>
                <a:latin typeface="Arial"/>
                <a:ea typeface="Arial"/>
                <a:cs typeface="Arial"/>
              </a:defRPr>
            </a:lvl2pPr>
            <a:lvl3pPr algn="ctr">
              <a:defRPr sz="1500" b="1">
                <a:solidFill>
                  <a:srgbClr val="164A3A"/>
                </a:solidFill>
                <a:latin typeface="Arial"/>
                <a:ea typeface="Arial"/>
                <a:cs typeface="Arial"/>
              </a:defRPr>
            </a:lvl3pPr>
            <a:lvl4pPr algn="ctr">
              <a:defRPr sz="1500" b="1">
                <a:solidFill>
                  <a:srgbClr val="164A3A"/>
                </a:solidFill>
                <a:latin typeface="Arial"/>
                <a:ea typeface="Arial"/>
                <a:cs typeface="Arial"/>
              </a:defRPr>
            </a:lvl4pPr>
            <a:lvl5pPr algn="ctr">
              <a:defRPr sz="1500" b="1">
                <a:solidFill>
                  <a:srgbClr val="164A3A"/>
                </a:solidFill>
                <a:latin typeface="Arial"/>
                <a:ea typeface="Arial"/>
                <a:cs typeface="Arial"/>
              </a:defRPr>
            </a:lvl5pPr>
            <a:lvl6pPr algn="ctr">
              <a:defRPr sz="1500" b="1">
                <a:solidFill>
                  <a:srgbClr val="164A3A"/>
                </a:solidFill>
                <a:latin typeface="Arial"/>
                <a:ea typeface="Arial"/>
                <a:cs typeface="Arial"/>
              </a:defRPr>
            </a:lvl6pPr>
            <a:lvl7pPr algn="ctr">
              <a:defRPr sz="1500" b="1">
                <a:solidFill>
                  <a:srgbClr val="164A3A"/>
                </a:solidFill>
                <a:latin typeface="Arial"/>
                <a:ea typeface="Arial"/>
                <a:cs typeface="Arial"/>
              </a:defRPr>
            </a:lvl7pPr>
            <a:lvl8pPr algn="ctr">
              <a:defRPr sz="1500" b="1">
                <a:solidFill>
                  <a:srgbClr val="164A3A"/>
                </a:solidFill>
                <a:latin typeface="Arial"/>
                <a:ea typeface="Arial"/>
                <a:cs typeface="Arial"/>
              </a:defRPr>
            </a:lvl8pPr>
            <a:lvl9pPr algn="ctr">
              <a:defRPr sz="1500" b="1">
                <a:solidFill>
                  <a:srgbClr val="164A3A"/>
                </a:solidFill>
                <a:latin typeface="Arial"/>
                <a:ea typeface="Arial"/>
                <a:cs typeface="Arial"/>
              </a:defRPr>
            </a:lvl9pPr>
          </a:lstStyle>
          <a:p xmlns:a="http://schemas.openxmlformats.org/drawingml/2006/main">
            <a:pPr algn="ctr">
              <a:defRPr sz="1500" b="1">
                <a:solidFill>
                  <a:srgbClr val="164A3A"/>
                </a:solidFill>
                <a:latin typeface="Arial"/>
                <a:ea typeface="Arial"/>
                <a:cs typeface="Arial"/>
              </a:defRPr>
            </a:pPr>
            <a:r>
              <a:rPr sz="1500" b="1">
                <a:solidFill>
                  <a:srgbClr val="164A3A"/>
                </a:solidFill>
                <a:latin typeface="Arial"/>
                <a:ea typeface="Arial"/>
                <a:cs typeface="Arial"/>
              </a:rPr>
              <a:t>ADMIN</a:t>
            </a:r>
          </a:p>
        </p:txBody>
      </p:sp>
      <p:sp>
        <p:nvSpPr>
          <p:cNvPr id="22" name="eer-sub-3">
            <a:extLst xmlns:a="http://schemas.openxmlformats.org/drawingml/2006/main">
              <a:ext uri="{FF2B5EF4-FFF2-40B4-BE49-F238E27FC236}">
                <a16:creationId xmlns:a16="http://schemas.microsoft.com/office/drawing/2014/main" id="{B742F79E-82AE-4BBE-9177-37D117A78DAF}"/>
              </a:ext>
            </a:extLst>
          </p:cNvPr>
          <p:cNvSpPr>
            <a:spLocks xmlns:a="http://schemas.openxmlformats.org/drawingml/2006/main" noGrp="1"/>
          </p:cNvSpPr>
          <p:nvPr/>
        </p:nvSpPr>
        <p:spPr>
          <a:xfrm xmlns:a="http://schemas.openxmlformats.org/drawingml/2006/main">
            <a:off x="8629650" y="447675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8312A"/>
                </a:solidFill>
                <a:latin typeface="Arial"/>
                <a:ea typeface="Arial"/>
                <a:cs typeface="Arial"/>
              </a:defRPr>
            </a:defPPr>
            <a:lvl1pPr algn="ctr">
              <a:defRPr sz="1200" b="0">
                <a:solidFill>
                  <a:srgbClr val="18312A"/>
                </a:solidFill>
                <a:latin typeface="Arial"/>
                <a:ea typeface="Arial"/>
                <a:cs typeface="Arial"/>
              </a:defRPr>
            </a:lvl1pPr>
            <a:lvl2pPr algn="ctr">
              <a:defRPr sz="1200" b="0">
                <a:solidFill>
                  <a:srgbClr val="18312A"/>
                </a:solidFill>
                <a:latin typeface="Arial"/>
                <a:ea typeface="Arial"/>
                <a:cs typeface="Arial"/>
              </a:defRPr>
            </a:lvl2pPr>
            <a:lvl3pPr algn="ctr">
              <a:defRPr sz="1200" b="0">
                <a:solidFill>
                  <a:srgbClr val="18312A"/>
                </a:solidFill>
                <a:latin typeface="Arial"/>
                <a:ea typeface="Arial"/>
                <a:cs typeface="Arial"/>
              </a:defRPr>
            </a:lvl3pPr>
            <a:lvl4pPr algn="ctr">
              <a:defRPr sz="1200" b="0">
                <a:solidFill>
                  <a:srgbClr val="18312A"/>
                </a:solidFill>
                <a:latin typeface="Arial"/>
                <a:ea typeface="Arial"/>
                <a:cs typeface="Arial"/>
              </a:defRPr>
            </a:lvl4pPr>
            <a:lvl5pPr algn="ctr">
              <a:defRPr sz="1200" b="0">
                <a:solidFill>
                  <a:srgbClr val="18312A"/>
                </a:solidFill>
                <a:latin typeface="Arial"/>
                <a:ea typeface="Arial"/>
                <a:cs typeface="Arial"/>
              </a:defRPr>
            </a:lvl5pPr>
            <a:lvl6pPr algn="ctr">
              <a:defRPr sz="1200" b="0">
                <a:solidFill>
                  <a:srgbClr val="18312A"/>
                </a:solidFill>
                <a:latin typeface="Arial"/>
                <a:ea typeface="Arial"/>
                <a:cs typeface="Arial"/>
              </a:defRPr>
            </a:lvl6pPr>
            <a:lvl7pPr algn="ctr">
              <a:defRPr sz="1200" b="0">
                <a:solidFill>
                  <a:srgbClr val="18312A"/>
                </a:solidFill>
                <a:latin typeface="Arial"/>
                <a:ea typeface="Arial"/>
                <a:cs typeface="Arial"/>
              </a:defRPr>
            </a:lvl7pPr>
            <a:lvl8pPr algn="ctr">
              <a:defRPr sz="1200" b="0">
                <a:solidFill>
                  <a:srgbClr val="18312A"/>
                </a:solidFill>
                <a:latin typeface="Arial"/>
                <a:ea typeface="Arial"/>
                <a:cs typeface="Arial"/>
              </a:defRPr>
            </a:lvl8pPr>
            <a:lvl9pPr algn="ctr">
              <a:defRPr sz="1200" b="0">
                <a:solidFill>
                  <a:srgbClr val="18312A"/>
                </a:solidFill>
                <a:latin typeface="Arial"/>
                <a:ea typeface="Arial"/>
                <a:cs typeface="Arial"/>
              </a:defRPr>
            </a:lvl9pPr>
          </a:lstStyle>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Uses users row only</a:t>
            </a:r>
          </a:p>
          <a:p xmlns:a="http://schemas.openxmlformats.org/drawingml/2006/main">
            <a:pPr algn="ctr">
              <a:defRPr sz="1200" b="0">
                <a:solidFill>
                  <a:srgbClr val="18312A"/>
                </a:solidFill>
                <a:latin typeface="Arial"/>
                <a:ea typeface="Arial"/>
                <a:cs typeface="Arial"/>
              </a:defRPr>
            </a:pPr>
            <a:r>
              <a:rPr sz="1200" b="0">
                <a:solidFill>
                  <a:srgbClr val="18312A"/>
                </a:solidFill>
                <a:latin typeface="Arial"/>
                <a:ea typeface="Arial"/>
                <a:cs typeface="Arial"/>
              </a:rPr>
              <a:t>No separate subtype table</a:t>
            </a:r>
          </a:p>
        </p:txBody>
      </p:sp>
      <p:sp>
        <p:nvSpPr>
          <p:cNvPr id="23" name="eer-stem">
            <a:extLst xmlns:a="http://schemas.openxmlformats.org/drawingml/2006/main">
              <a:ext uri="{FF2B5EF4-FFF2-40B4-BE49-F238E27FC236}">
                <a16:creationId xmlns:a16="http://schemas.microsoft.com/office/drawing/2014/main" id="{1F8665FC-EC47-4A32-91DC-1B857E0432F2}"/>
              </a:ext>
            </a:extLst>
          </p:cNvPr>
          <p:cNvSpPr>
            <a:spLocks xmlns:a="http://schemas.openxmlformats.org/drawingml/2006/main" noGrp="1"/>
          </p:cNvSpPr>
          <p:nvPr/>
        </p:nvSpPr>
        <p:spPr>
          <a:xfrm xmlns:a="http://schemas.openxmlformats.org/drawingml/2006/main">
            <a:off x="6086475" y="2952750"/>
            <a:ext cx="28575" cy="514350"/>
          </a:xfrm>
          <a:prstGeom xmlns:a="http://schemas.openxmlformats.org/drawingml/2006/main" prst="rect">
            <a:avLst/>
          </a:prstGeom>
          <a:solidFill xmlns:a="http://schemas.openxmlformats.org/drawingml/2006/main">
            <a:srgbClr val="24664F"/>
          </a:solidFill>
          <a:ln xmlns:a="http://schemas.openxmlformats.org/drawingml/2006/main" w="0">
            <a:noFill/>
            <a:prstDash val="solid"/>
          </a:ln>
        </p:spPr>
      </p:sp>
      <p:sp>
        <p:nvSpPr>
          <p:cNvPr id="24" name="eer-rail">
            <a:extLst xmlns:a="http://schemas.openxmlformats.org/drawingml/2006/main">
              <a:ext uri="{FF2B5EF4-FFF2-40B4-BE49-F238E27FC236}">
                <a16:creationId xmlns:a16="http://schemas.microsoft.com/office/drawing/2014/main" id="{D2F3D465-125A-4B03-91C7-1F2550E525BA}"/>
              </a:ext>
            </a:extLst>
          </p:cNvPr>
          <p:cNvSpPr>
            <a:spLocks xmlns:a="http://schemas.openxmlformats.org/drawingml/2006/main" noGrp="1"/>
          </p:cNvSpPr>
          <p:nvPr/>
        </p:nvSpPr>
        <p:spPr>
          <a:xfrm xmlns:a="http://schemas.openxmlformats.org/drawingml/2006/main">
            <a:off x="1933575" y="3448050"/>
            <a:ext cx="8086725" cy="28575"/>
          </a:xfrm>
          <a:prstGeom xmlns:a="http://schemas.openxmlformats.org/drawingml/2006/main" prst="rect">
            <a:avLst/>
          </a:prstGeom>
          <a:solidFill xmlns:a="http://schemas.openxmlformats.org/drawingml/2006/main">
            <a:srgbClr val="24664F"/>
          </a:solidFill>
          <a:ln xmlns:a="http://schemas.openxmlformats.org/drawingml/2006/main" w="0">
            <a:noFill/>
            <a:prstDash val="solid"/>
          </a:ln>
        </p:spPr>
      </p:sp>
      <p:sp>
        <p:nvSpPr>
          <p:cNvPr id="25" name="eer-drop-0">
            <a:extLst xmlns:a="http://schemas.openxmlformats.org/drawingml/2006/main">
              <a:ext uri="{FF2B5EF4-FFF2-40B4-BE49-F238E27FC236}">
                <a16:creationId xmlns:a16="http://schemas.microsoft.com/office/drawing/2014/main" id="{01ADB55D-0032-4C6D-97E0-D0123DB1FE4C}"/>
              </a:ext>
            </a:extLst>
          </p:cNvPr>
          <p:cNvSpPr>
            <a:spLocks xmlns:a="http://schemas.openxmlformats.org/drawingml/2006/main" noGrp="1"/>
          </p:cNvSpPr>
          <p:nvPr/>
        </p:nvSpPr>
        <p:spPr>
          <a:xfrm xmlns:a="http://schemas.openxmlformats.org/drawingml/2006/main">
            <a:off x="1933575" y="3448050"/>
            <a:ext cx="28575" cy="552450"/>
          </a:xfrm>
          <a:prstGeom xmlns:a="http://schemas.openxmlformats.org/drawingml/2006/main" prst="rect">
            <a:avLst/>
          </a:prstGeom>
          <a:solidFill xmlns:a="http://schemas.openxmlformats.org/drawingml/2006/main">
            <a:srgbClr val="24664F"/>
          </a:solidFill>
          <a:ln xmlns:a="http://schemas.openxmlformats.org/drawingml/2006/main" w="0">
            <a:noFill/>
            <a:prstDash val="solid"/>
          </a:ln>
        </p:spPr>
      </p:sp>
      <p:sp>
        <p:nvSpPr>
          <p:cNvPr id="26" name="eer-card-0">
            <a:extLst xmlns:a="http://schemas.openxmlformats.org/drawingml/2006/main">
              <a:ext uri="{FF2B5EF4-FFF2-40B4-BE49-F238E27FC236}">
                <a16:creationId xmlns:a16="http://schemas.microsoft.com/office/drawing/2014/main" id="{9E4359B1-CC08-4770-A604-6930AAD29FF4}"/>
              </a:ext>
            </a:extLst>
          </p:cNvPr>
          <p:cNvSpPr>
            <a:spLocks xmlns:a="http://schemas.openxmlformats.org/drawingml/2006/main" noGrp="1"/>
          </p:cNvSpPr>
          <p:nvPr/>
        </p:nvSpPr>
        <p:spPr>
          <a:xfrm xmlns:a="http://schemas.openxmlformats.org/drawingml/2006/main">
            <a:off x="1628775" y="36385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4766E"/>
                </a:solidFill>
                <a:latin typeface="Arial"/>
                <a:ea typeface="Arial"/>
                <a:cs typeface="Arial"/>
              </a:defRPr>
            </a:defPPr>
            <a:lvl1pPr algn="ctr">
              <a:defRPr sz="1050" b="1">
                <a:solidFill>
                  <a:srgbClr val="64766E"/>
                </a:solidFill>
                <a:latin typeface="Arial"/>
                <a:ea typeface="Arial"/>
                <a:cs typeface="Arial"/>
              </a:defRPr>
            </a:lvl1pPr>
            <a:lvl2pPr algn="ctr">
              <a:defRPr sz="1050" b="1">
                <a:solidFill>
                  <a:srgbClr val="64766E"/>
                </a:solidFill>
                <a:latin typeface="Arial"/>
                <a:ea typeface="Arial"/>
                <a:cs typeface="Arial"/>
              </a:defRPr>
            </a:lvl2pPr>
            <a:lvl3pPr algn="ctr">
              <a:defRPr sz="1050" b="1">
                <a:solidFill>
                  <a:srgbClr val="64766E"/>
                </a:solidFill>
                <a:latin typeface="Arial"/>
                <a:ea typeface="Arial"/>
                <a:cs typeface="Arial"/>
              </a:defRPr>
            </a:lvl3pPr>
            <a:lvl4pPr algn="ctr">
              <a:defRPr sz="1050" b="1">
                <a:solidFill>
                  <a:srgbClr val="64766E"/>
                </a:solidFill>
                <a:latin typeface="Arial"/>
                <a:ea typeface="Arial"/>
                <a:cs typeface="Arial"/>
              </a:defRPr>
            </a:lvl4pPr>
            <a:lvl5pPr algn="ctr">
              <a:defRPr sz="1050" b="1">
                <a:solidFill>
                  <a:srgbClr val="64766E"/>
                </a:solidFill>
                <a:latin typeface="Arial"/>
                <a:ea typeface="Arial"/>
                <a:cs typeface="Arial"/>
              </a:defRPr>
            </a:lvl5pPr>
            <a:lvl6pPr algn="ctr">
              <a:defRPr sz="1050" b="1">
                <a:solidFill>
                  <a:srgbClr val="64766E"/>
                </a:solidFill>
                <a:latin typeface="Arial"/>
                <a:ea typeface="Arial"/>
                <a:cs typeface="Arial"/>
              </a:defRPr>
            </a:lvl6pPr>
            <a:lvl7pPr algn="ctr">
              <a:defRPr sz="1050" b="1">
                <a:solidFill>
                  <a:srgbClr val="64766E"/>
                </a:solidFill>
                <a:latin typeface="Arial"/>
                <a:ea typeface="Arial"/>
                <a:cs typeface="Arial"/>
              </a:defRPr>
            </a:lvl7pPr>
            <a:lvl8pPr algn="ctr">
              <a:defRPr sz="1050" b="1">
                <a:solidFill>
                  <a:srgbClr val="64766E"/>
                </a:solidFill>
                <a:latin typeface="Arial"/>
                <a:ea typeface="Arial"/>
                <a:cs typeface="Arial"/>
              </a:defRPr>
            </a:lvl8pPr>
            <a:lvl9pPr algn="ctr">
              <a:defRPr sz="1050" b="1">
                <a:solidFill>
                  <a:srgbClr val="64766E"/>
                </a:solidFill>
                <a:latin typeface="Arial"/>
                <a:ea typeface="Arial"/>
                <a:cs typeface="Arial"/>
              </a:defRPr>
            </a:lvl9pPr>
          </a:lstStyle>
          <a:p xmlns:a="http://schemas.openxmlformats.org/drawingml/2006/main">
            <a:pPr algn="ctr">
              <a:defRPr sz="1050" b="1">
                <a:solidFill>
                  <a:srgbClr val="64766E"/>
                </a:solidFill>
                <a:latin typeface="Arial"/>
                <a:ea typeface="Arial"/>
                <a:cs typeface="Arial"/>
              </a:defRPr>
            </a:pPr>
            <a:r>
              <a:rPr sz="1050" b="1">
                <a:solidFill>
                  <a:srgbClr val="64766E"/>
                </a:solidFill>
                <a:latin typeface="Arial"/>
                <a:ea typeface="Arial"/>
                <a:cs typeface="Arial"/>
              </a:rPr>
              <a:t>0..1</a:t>
            </a:r>
          </a:p>
        </p:txBody>
      </p:sp>
      <p:sp>
        <p:nvSpPr>
          <p:cNvPr id="27" name="eer-drop-1">
            <a:extLst xmlns:a="http://schemas.openxmlformats.org/drawingml/2006/main">
              <a:ext uri="{FF2B5EF4-FFF2-40B4-BE49-F238E27FC236}">
                <a16:creationId xmlns:a16="http://schemas.microsoft.com/office/drawing/2014/main" id="{C7170D9F-BFAC-4769-92D6-7D1AAEAB477F}"/>
              </a:ext>
            </a:extLst>
          </p:cNvPr>
          <p:cNvSpPr>
            <a:spLocks xmlns:a="http://schemas.openxmlformats.org/drawingml/2006/main" noGrp="1"/>
          </p:cNvSpPr>
          <p:nvPr/>
        </p:nvSpPr>
        <p:spPr>
          <a:xfrm xmlns:a="http://schemas.openxmlformats.org/drawingml/2006/main">
            <a:off x="4505325" y="3448050"/>
            <a:ext cx="28575" cy="552450"/>
          </a:xfrm>
          <a:prstGeom xmlns:a="http://schemas.openxmlformats.org/drawingml/2006/main" prst="rect">
            <a:avLst/>
          </a:prstGeom>
          <a:solidFill xmlns:a="http://schemas.openxmlformats.org/drawingml/2006/main">
            <a:srgbClr val="24664F"/>
          </a:solidFill>
          <a:ln xmlns:a="http://schemas.openxmlformats.org/drawingml/2006/main" w="0">
            <a:noFill/>
            <a:prstDash val="solid"/>
          </a:ln>
        </p:spPr>
      </p:sp>
      <p:sp>
        <p:nvSpPr>
          <p:cNvPr id="28" name="eer-card-1">
            <a:extLst xmlns:a="http://schemas.openxmlformats.org/drawingml/2006/main">
              <a:ext uri="{FF2B5EF4-FFF2-40B4-BE49-F238E27FC236}">
                <a16:creationId xmlns:a16="http://schemas.microsoft.com/office/drawing/2014/main" id="{E6E77335-86F6-4917-B5E6-08557608F0D8}"/>
              </a:ext>
            </a:extLst>
          </p:cNvPr>
          <p:cNvSpPr>
            <a:spLocks xmlns:a="http://schemas.openxmlformats.org/drawingml/2006/main" noGrp="1"/>
          </p:cNvSpPr>
          <p:nvPr/>
        </p:nvSpPr>
        <p:spPr>
          <a:xfrm xmlns:a="http://schemas.openxmlformats.org/drawingml/2006/main">
            <a:off x="4200525" y="36385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4766E"/>
                </a:solidFill>
                <a:latin typeface="Arial"/>
                <a:ea typeface="Arial"/>
                <a:cs typeface="Arial"/>
              </a:defRPr>
            </a:defPPr>
            <a:lvl1pPr algn="ctr">
              <a:defRPr sz="1050" b="1">
                <a:solidFill>
                  <a:srgbClr val="64766E"/>
                </a:solidFill>
                <a:latin typeface="Arial"/>
                <a:ea typeface="Arial"/>
                <a:cs typeface="Arial"/>
              </a:defRPr>
            </a:lvl1pPr>
            <a:lvl2pPr algn="ctr">
              <a:defRPr sz="1050" b="1">
                <a:solidFill>
                  <a:srgbClr val="64766E"/>
                </a:solidFill>
                <a:latin typeface="Arial"/>
                <a:ea typeface="Arial"/>
                <a:cs typeface="Arial"/>
              </a:defRPr>
            </a:lvl2pPr>
            <a:lvl3pPr algn="ctr">
              <a:defRPr sz="1050" b="1">
                <a:solidFill>
                  <a:srgbClr val="64766E"/>
                </a:solidFill>
                <a:latin typeface="Arial"/>
                <a:ea typeface="Arial"/>
                <a:cs typeface="Arial"/>
              </a:defRPr>
            </a:lvl3pPr>
            <a:lvl4pPr algn="ctr">
              <a:defRPr sz="1050" b="1">
                <a:solidFill>
                  <a:srgbClr val="64766E"/>
                </a:solidFill>
                <a:latin typeface="Arial"/>
                <a:ea typeface="Arial"/>
                <a:cs typeface="Arial"/>
              </a:defRPr>
            </a:lvl4pPr>
            <a:lvl5pPr algn="ctr">
              <a:defRPr sz="1050" b="1">
                <a:solidFill>
                  <a:srgbClr val="64766E"/>
                </a:solidFill>
                <a:latin typeface="Arial"/>
                <a:ea typeface="Arial"/>
                <a:cs typeface="Arial"/>
              </a:defRPr>
            </a:lvl5pPr>
            <a:lvl6pPr algn="ctr">
              <a:defRPr sz="1050" b="1">
                <a:solidFill>
                  <a:srgbClr val="64766E"/>
                </a:solidFill>
                <a:latin typeface="Arial"/>
                <a:ea typeface="Arial"/>
                <a:cs typeface="Arial"/>
              </a:defRPr>
            </a:lvl6pPr>
            <a:lvl7pPr algn="ctr">
              <a:defRPr sz="1050" b="1">
                <a:solidFill>
                  <a:srgbClr val="64766E"/>
                </a:solidFill>
                <a:latin typeface="Arial"/>
                <a:ea typeface="Arial"/>
                <a:cs typeface="Arial"/>
              </a:defRPr>
            </a:lvl7pPr>
            <a:lvl8pPr algn="ctr">
              <a:defRPr sz="1050" b="1">
                <a:solidFill>
                  <a:srgbClr val="64766E"/>
                </a:solidFill>
                <a:latin typeface="Arial"/>
                <a:ea typeface="Arial"/>
                <a:cs typeface="Arial"/>
              </a:defRPr>
            </a:lvl8pPr>
            <a:lvl9pPr algn="ctr">
              <a:defRPr sz="1050" b="1">
                <a:solidFill>
                  <a:srgbClr val="64766E"/>
                </a:solidFill>
                <a:latin typeface="Arial"/>
                <a:ea typeface="Arial"/>
                <a:cs typeface="Arial"/>
              </a:defRPr>
            </a:lvl9pPr>
          </a:lstStyle>
          <a:p xmlns:a="http://schemas.openxmlformats.org/drawingml/2006/main">
            <a:pPr algn="ctr">
              <a:defRPr sz="1050" b="1">
                <a:solidFill>
                  <a:srgbClr val="64766E"/>
                </a:solidFill>
                <a:latin typeface="Arial"/>
                <a:ea typeface="Arial"/>
                <a:cs typeface="Arial"/>
              </a:defRPr>
            </a:pPr>
            <a:r>
              <a:rPr sz="1050" b="1">
                <a:solidFill>
                  <a:srgbClr val="64766E"/>
                </a:solidFill>
                <a:latin typeface="Arial"/>
                <a:ea typeface="Arial"/>
                <a:cs typeface="Arial"/>
              </a:rPr>
              <a:t>0..1</a:t>
            </a:r>
          </a:p>
        </p:txBody>
      </p:sp>
      <p:sp>
        <p:nvSpPr>
          <p:cNvPr id="29" name="eer-drop-2">
            <a:extLst xmlns:a="http://schemas.openxmlformats.org/drawingml/2006/main">
              <a:ext uri="{FF2B5EF4-FFF2-40B4-BE49-F238E27FC236}">
                <a16:creationId xmlns:a16="http://schemas.microsoft.com/office/drawing/2014/main" id="{8806CED2-23CB-4098-934A-33C71237A47E}"/>
              </a:ext>
            </a:extLst>
          </p:cNvPr>
          <p:cNvSpPr>
            <a:spLocks xmlns:a="http://schemas.openxmlformats.org/drawingml/2006/main" noGrp="1"/>
          </p:cNvSpPr>
          <p:nvPr/>
        </p:nvSpPr>
        <p:spPr>
          <a:xfrm xmlns:a="http://schemas.openxmlformats.org/drawingml/2006/main">
            <a:off x="7077075" y="3448050"/>
            <a:ext cx="28575" cy="552450"/>
          </a:xfrm>
          <a:prstGeom xmlns:a="http://schemas.openxmlformats.org/drawingml/2006/main" prst="rect">
            <a:avLst/>
          </a:prstGeom>
          <a:solidFill xmlns:a="http://schemas.openxmlformats.org/drawingml/2006/main">
            <a:srgbClr val="24664F"/>
          </a:solidFill>
          <a:ln xmlns:a="http://schemas.openxmlformats.org/drawingml/2006/main" w="0">
            <a:noFill/>
            <a:prstDash val="solid"/>
          </a:ln>
        </p:spPr>
      </p:sp>
      <p:sp>
        <p:nvSpPr>
          <p:cNvPr id="30" name="eer-card-2">
            <a:extLst xmlns:a="http://schemas.openxmlformats.org/drawingml/2006/main">
              <a:ext uri="{FF2B5EF4-FFF2-40B4-BE49-F238E27FC236}">
                <a16:creationId xmlns:a16="http://schemas.microsoft.com/office/drawing/2014/main" id="{C4BC2B26-423B-4145-86B3-1B67DC714A62}"/>
              </a:ext>
            </a:extLst>
          </p:cNvPr>
          <p:cNvSpPr>
            <a:spLocks xmlns:a="http://schemas.openxmlformats.org/drawingml/2006/main" noGrp="1"/>
          </p:cNvSpPr>
          <p:nvPr/>
        </p:nvSpPr>
        <p:spPr>
          <a:xfrm xmlns:a="http://schemas.openxmlformats.org/drawingml/2006/main">
            <a:off x="6772275" y="36385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4766E"/>
                </a:solidFill>
                <a:latin typeface="Arial"/>
                <a:ea typeface="Arial"/>
                <a:cs typeface="Arial"/>
              </a:defRPr>
            </a:defPPr>
            <a:lvl1pPr algn="ctr">
              <a:defRPr sz="1050" b="1">
                <a:solidFill>
                  <a:srgbClr val="64766E"/>
                </a:solidFill>
                <a:latin typeface="Arial"/>
                <a:ea typeface="Arial"/>
                <a:cs typeface="Arial"/>
              </a:defRPr>
            </a:lvl1pPr>
            <a:lvl2pPr algn="ctr">
              <a:defRPr sz="1050" b="1">
                <a:solidFill>
                  <a:srgbClr val="64766E"/>
                </a:solidFill>
                <a:latin typeface="Arial"/>
                <a:ea typeface="Arial"/>
                <a:cs typeface="Arial"/>
              </a:defRPr>
            </a:lvl2pPr>
            <a:lvl3pPr algn="ctr">
              <a:defRPr sz="1050" b="1">
                <a:solidFill>
                  <a:srgbClr val="64766E"/>
                </a:solidFill>
                <a:latin typeface="Arial"/>
                <a:ea typeface="Arial"/>
                <a:cs typeface="Arial"/>
              </a:defRPr>
            </a:lvl3pPr>
            <a:lvl4pPr algn="ctr">
              <a:defRPr sz="1050" b="1">
                <a:solidFill>
                  <a:srgbClr val="64766E"/>
                </a:solidFill>
                <a:latin typeface="Arial"/>
                <a:ea typeface="Arial"/>
                <a:cs typeface="Arial"/>
              </a:defRPr>
            </a:lvl4pPr>
            <a:lvl5pPr algn="ctr">
              <a:defRPr sz="1050" b="1">
                <a:solidFill>
                  <a:srgbClr val="64766E"/>
                </a:solidFill>
                <a:latin typeface="Arial"/>
                <a:ea typeface="Arial"/>
                <a:cs typeface="Arial"/>
              </a:defRPr>
            </a:lvl5pPr>
            <a:lvl6pPr algn="ctr">
              <a:defRPr sz="1050" b="1">
                <a:solidFill>
                  <a:srgbClr val="64766E"/>
                </a:solidFill>
                <a:latin typeface="Arial"/>
                <a:ea typeface="Arial"/>
                <a:cs typeface="Arial"/>
              </a:defRPr>
            </a:lvl6pPr>
            <a:lvl7pPr algn="ctr">
              <a:defRPr sz="1050" b="1">
                <a:solidFill>
                  <a:srgbClr val="64766E"/>
                </a:solidFill>
                <a:latin typeface="Arial"/>
                <a:ea typeface="Arial"/>
                <a:cs typeface="Arial"/>
              </a:defRPr>
            </a:lvl7pPr>
            <a:lvl8pPr algn="ctr">
              <a:defRPr sz="1050" b="1">
                <a:solidFill>
                  <a:srgbClr val="64766E"/>
                </a:solidFill>
                <a:latin typeface="Arial"/>
                <a:ea typeface="Arial"/>
                <a:cs typeface="Arial"/>
              </a:defRPr>
            </a:lvl8pPr>
            <a:lvl9pPr algn="ctr">
              <a:defRPr sz="1050" b="1">
                <a:solidFill>
                  <a:srgbClr val="64766E"/>
                </a:solidFill>
                <a:latin typeface="Arial"/>
                <a:ea typeface="Arial"/>
                <a:cs typeface="Arial"/>
              </a:defRPr>
            </a:lvl9pPr>
          </a:lstStyle>
          <a:p xmlns:a="http://schemas.openxmlformats.org/drawingml/2006/main">
            <a:pPr algn="ctr">
              <a:defRPr sz="1050" b="1">
                <a:solidFill>
                  <a:srgbClr val="64766E"/>
                </a:solidFill>
                <a:latin typeface="Arial"/>
                <a:ea typeface="Arial"/>
                <a:cs typeface="Arial"/>
              </a:defRPr>
            </a:pPr>
            <a:r>
              <a:rPr sz="1050" b="1">
                <a:solidFill>
                  <a:srgbClr val="64766E"/>
                </a:solidFill>
                <a:latin typeface="Arial"/>
                <a:ea typeface="Arial"/>
                <a:cs typeface="Arial"/>
              </a:rPr>
              <a:t>0..1</a:t>
            </a:r>
          </a:p>
        </p:txBody>
      </p:sp>
      <p:sp>
        <p:nvSpPr>
          <p:cNvPr id="31" name="eer-drop-3">
            <a:extLst xmlns:a="http://schemas.openxmlformats.org/drawingml/2006/main">
              <a:ext uri="{FF2B5EF4-FFF2-40B4-BE49-F238E27FC236}">
                <a16:creationId xmlns:a16="http://schemas.microsoft.com/office/drawing/2014/main" id="{D076E53D-E3E5-4E27-9F63-2411E4EEA520}"/>
              </a:ext>
            </a:extLst>
          </p:cNvPr>
          <p:cNvSpPr>
            <a:spLocks xmlns:a="http://schemas.openxmlformats.org/drawingml/2006/main" noGrp="1"/>
          </p:cNvSpPr>
          <p:nvPr/>
        </p:nvSpPr>
        <p:spPr>
          <a:xfrm xmlns:a="http://schemas.openxmlformats.org/drawingml/2006/main">
            <a:off x="9648825" y="3448050"/>
            <a:ext cx="28575" cy="552450"/>
          </a:xfrm>
          <a:prstGeom xmlns:a="http://schemas.openxmlformats.org/drawingml/2006/main" prst="rect">
            <a:avLst/>
          </a:prstGeom>
          <a:solidFill xmlns:a="http://schemas.openxmlformats.org/drawingml/2006/main">
            <a:srgbClr val="24664F"/>
          </a:solidFill>
          <a:ln xmlns:a="http://schemas.openxmlformats.org/drawingml/2006/main" w="0">
            <a:noFill/>
            <a:prstDash val="solid"/>
          </a:ln>
        </p:spPr>
      </p:sp>
      <p:sp>
        <p:nvSpPr>
          <p:cNvPr id="32" name="eer-card-3">
            <a:extLst xmlns:a="http://schemas.openxmlformats.org/drawingml/2006/main">
              <a:ext uri="{FF2B5EF4-FFF2-40B4-BE49-F238E27FC236}">
                <a16:creationId xmlns:a16="http://schemas.microsoft.com/office/drawing/2014/main" id="{5853EACC-7B76-4290-8F55-3DA38A73E387}"/>
              </a:ext>
            </a:extLst>
          </p:cNvPr>
          <p:cNvSpPr>
            <a:spLocks xmlns:a="http://schemas.openxmlformats.org/drawingml/2006/main" noGrp="1"/>
          </p:cNvSpPr>
          <p:nvPr/>
        </p:nvSpPr>
        <p:spPr>
          <a:xfrm xmlns:a="http://schemas.openxmlformats.org/drawingml/2006/main">
            <a:off x="9344025" y="36385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defPPr algn="ctr">
              <a:defRPr sz="1050" b="1">
                <a:solidFill>
                  <a:srgbClr val="64766E"/>
                </a:solidFill>
                <a:latin typeface="Arial"/>
                <a:ea typeface="Arial"/>
                <a:cs typeface="Arial"/>
              </a:defRPr>
            </a:defPPr>
            <a:lvl1pPr algn="ctr">
              <a:defRPr sz="1050" b="1">
                <a:solidFill>
                  <a:srgbClr val="64766E"/>
                </a:solidFill>
                <a:latin typeface="Arial"/>
                <a:ea typeface="Arial"/>
                <a:cs typeface="Arial"/>
              </a:defRPr>
            </a:lvl1pPr>
            <a:lvl2pPr algn="ctr">
              <a:defRPr sz="1050" b="1">
                <a:solidFill>
                  <a:srgbClr val="64766E"/>
                </a:solidFill>
                <a:latin typeface="Arial"/>
                <a:ea typeface="Arial"/>
                <a:cs typeface="Arial"/>
              </a:defRPr>
            </a:lvl2pPr>
            <a:lvl3pPr algn="ctr">
              <a:defRPr sz="1050" b="1">
                <a:solidFill>
                  <a:srgbClr val="64766E"/>
                </a:solidFill>
                <a:latin typeface="Arial"/>
                <a:ea typeface="Arial"/>
                <a:cs typeface="Arial"/>
              </a:defRPr>
            </a:lvl3pPr>
            <a:lvl4pPr algn="ctr">
              <a:defRPr sz="1050" b="1">
                <a:solidFill>
                  <a:srgbClr val="64766E"/>
                </a:solidFill>
                <a:latin typeface="Arial"/>
                <a:ea typeface="Arial"/>
                <a:cs typeface="Arial"/>
              </a:defRPr>
            </a:lvl4pPr>
            <a:lvl5pPr algn="ctr">
              <a:defRPr sz="1050" b="1">
                <a:solidFill>
                  <a:srgbClr val="64766E"/>
                </a:solidFill>
                <a:latin typeface="Arial"/>
                <a:ea typeface="Arial"/>
                <a:cs typeface="Arial"/>
              </a:defRPr>
            </a:lvl5pPr>
            <a:lvl6pPr algn="ctr">
              <a:defRPr sz="1050" b="1">
                <a:solidFill>
                  <a:srgbClr val="64766E"/>
                </a:solidFill>
                <a:latin typeface="Arial"/>
                <a:ea typeface="Arial"/>
                <a:cs typeface="Arial"/>
              </a:defRPr>
            </a:lvl6pPr>
            <a:lvl7pPr algn="ctr">
              <a:defRPr sz="1050" b="1">
                <a:solidFill>
                  <a:srgbClr val="64766E"/>
                </a:solidFill>
                <a:latin typeface="Arial"/>
                <a:ea typeface="Arial"/>
                <a:cs typeface="Arial"/>
              </a:defRPr>
            </a:lvl7pPr>
            <a:lvl8pPr algn="ctr">
              <a:defRPr sz="1050" b="1">
                <a:solidFill>
                  <a:srgbClr val="64766E"/>
                </a:solidFill>
                <a:latin typeface="Arial"/>
                <a:ea typeface="Arial"/>
                <a:cs typeface="Arial"/>
              </a:defRPr>
            </a:lvl8pPr>
            <a:lvl9pPr algn="ctr">
              <a:defRPr sz="1050" b="1">
                <a:solidFill>
                  <a:srgbClr val="64766E"/>
                </a:solidFill>
                <a:latin typeface="Arial"/>
                <a:ea typeface="Arial"/>
                <a:cs typeface="Arial"/>
              </a:defRPr>
            </a:lvl9pPr>
          </a:lstStyle>
          <a:p xmlns:a="http://schemas.openxmlformats.org/drawingml/2006/main">
            <a:r>
              <a:t/>
            </a:r>
          </a:p>
        </p:txBody>
      </p:sp>
      <p:sp>
        <p:nvSpPr>
          <p:cNvPr id="33" name="eer-phone-note">
            <a:extLst xmlns:a="http://schemas.openxmlformats.org/drawingml/2006/main">
              <a:ext uri="{FF2B5EF4-FFF2-40B4-BE49-F238E27FC236}">
                <a16:creationId xmlns:a16="http://schemas.microsoft.com/office/drawing/2014/main" id="{B3FDE6F5-CE18-43DC-82C6-7646F4D6F339}"/>
              </a:ext>
            </a:extLst>
          </p:cNvPr>
          <p:cNvSpPr>
            <a:spLocks xmlns:a="http://schemas.openxmlformats.org/drawingml/2006/main" noGrp="1"/>
          </p:cNvSpPr>
          <p:nvPr/>
        </p:nvSpPr>
        <p:spPr>
          <a:xfrm xmlns:a="http://schemas.openxmlformats.org/drawingml/2006/main">
            <a:off x="800100" y="5753100"/>
            <a:ext cx="4343400" cy="438150"/>
          </a:xfrm>
          <a:prstGeom xmlns:a="http://schemas.openxmlformats.org/drawingml/2006/main" prst="rect">
            <a:avLst/>
          </a:prstGeom>
          <a:solidFill xmlns:a="http://schemas.openxmlformats.org/drawingml/2006/main">
            <a:srgbClr val="E7EFEA"/>
          </a:solidFill>
          <a:ln xmlns:a="http://schemas.openxmlformats.org/drawingml/2006/main" w="0">
            <a:noFill/>
            <a:prstDash val="solid"/>
          </a:ln>
        </p:spPr>
      </p:sp>
      <p:sp>
        <p:nvSpPr>
          <p:cNvPr id="34" name="eer-phone-note-text">
            <a:extLst xmlns:a="http://schemas.openxmlformats.org/drawingml/2006/main">
              <a:ext uri="{FF2B5EF4-FFF2-40B4-BE49-F238E27FC236}">
                <a16:creationId xmlns:a16="http://schemas.microsoft.com/office/drawing/2014/main" id="{737AAA25-6F76-4BBE-A65A-BE03C1A6FB94}"/>
              </a:ext>
            </a:extLst>
          </p:cNvPr>
          <p:cNvSpPr>
            <a:spLocks xmlns:a="http://schemas.openxmlformats.org/drawingml/2006/main" noGrp="1"/>
          </p:cNvSpPr>
          <p:nvPr/>
        </p:nvSpPr>
        <p:spPr>
          <a:xfrm xmlns:a="http://schemas.openxmlformats.org/drawingml/2006/main">
            <a:off x="971550" y="5781675"/>
            <a:ext cx="4038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64A3A"/>
                </a:solidFill>
                <a:latin typeface="Arial"/>
                <a:ea typeface="Arial"/>
                <a:cs typeface="Arial"/>
              </a:defRPr>
            </a:defPPr>
            <a:lvl1pPr algn="l">
              <a:defRPr sz="1200" b="1">
                <a:solidFill>
                  <a:srgbClr val="164A3A"/>
                </a:solidFill>
                <a:latin typeface="Arial"/>
                <a:ea typeface="Arial"/>
                <a:cs typeface="Arial"/>
              </a:defRPr>
            </a:lvl1pPr>
            <a:lvl2pPr algn="l">
              <a:defRPr sz="1200" b="1">
                <a:solidFill>
                  <a:srgbClr val="164A3A"/>
                </a:solidFill>
                <a:latin typeface="Arial"/>
                <a:ea typeface="Arial"/>
                <a:cs typeface="Arial"/>
              </a:defRPr>
            </a:lvl2pPr>
            <a:lvl3pPr algn="l">
              <a:defRPr sz="1200" b="1">
                <a:solidFill>
                  <a:srgbClr val="164A3A"/>
                </a:solidFill>
                <a:latin typeface="Arial"/>
                <a:ea typeface="Arial"/>
                <a:cs typeface="Arial"/>
              </a:defRPr>
            </a:lvl3pPr>
            <a:lvl4pPr algn="l">
              <a:defRPr sz="1200" b="1">
                <a:solidFill>
                  <a:srgbClr val="164A3A"/>
                </a:solidFill>
                <a:latin typeface="Arial"/>
                <a:ea typeface="Arial"/>
                <a:cs typeface="Arial"/>
              </a:defRPr>
            </a:lvl4pPr>
            <a:lvl5pPr algn="l">
              <a:defRPr sz="1200" b="1">
                <a:solidFill>
                  <a:srgbClr val="164A3A"/>
                </a:solidFill>
                <a:latin typeface="Arial"/>
                <a:ea typeface="Arial"/>
                <a:cs typeface="Arial"/>
              </a:defRPr>
            </a:lvl5pPr>
            <a:lvl6pPr algn="l">
              <a:defRPr sz="1200" b="1">
                <a:solidFill>
                  <a:srgbClr val="164A3A"/>
                </a:solidFill>
                <a:latin typeface="Arial"/>
                <a:ea typeface="Arial"/>
                <a:cs typeface="Arial"/>
              </a:defRPr>
            </a:lvl6pPr>
            <a:lvl7pPr algn="l">
              <a:defRPr sz="1200" b="1">
                <a:solidFill>
                  <a:srgbClr val="164A3A"/>
                </a:solidFill>
                <a:latin typeface="Arial"/>
                <a:ea typeface="Arial"/>
                <a:cs typeface="Arial"/>
              </a:defRPr>
            </a:lvl7pPr>
            <a:lvl8pPr algn="l">
              <a:defRPr sz="1200" b="1">
                <a:solidFill>
                  <a:srgbClr val="164A3A"/>
                </a:solidFill>
                <a:latin typeface="Arial"/>
                <a:ea typeface="Arial"/>
                <a:cs typeface="Arial"/>
              </a:defRPr>
            </a:lvl8pPr>
            <a:lvl9pPr algn="l">
              <a:defRPr sz="1200" b="1">
                <a:solidFill>
                  <a:srgbClr val="164A3A"/>
                </a:solidFill>
                <a:latin typeface="Arial"/>
                <a:ea typeface="Arial"/>
                <a:cs typeface="Arial"/>
              </a:defRPr>
            </a:lvl9pPr>
          </a:lstStyle>
          <a:p xmlns:a="http://schemas.openxmlformats.org/drawingml/2006/main">
            <a:pPr algn="l">
              <a:defRPr sz="1200" b="1">
                <a:solidFill>
                  <a:srgbClr val="164A3A"/>
                </a:solidFill>
                <a:latin typeface="Arial"/>
                <a:ea typeface="Arial"/>
                <a:cs typeface="Arial"/>
              </a:defRPr>
            </a:pPr>
            <a:r>
              <a:rPr sz="1200" b="1">
                <a:solidFill>
                  <a:srgbClr val="164A3A"/>
                </a:solidFill>
                <a:latin typeface="Arial"/>
                <a:ea typeface="Arial"/>
                <a:cs typeface="Arial"/>
              </a:rPr>
              <a:t>user_phone stores phone numbers as separate rows (1 user : many phones).</a:t>
            </a:r>
          </a:p>
        </p:txBody>
      </p:sp>
      <p:sp>
        <p:nvSpPr>
          <p:cNvPr id="35" name="eer-admin-note">
            <a:extLst xmlns:a="http://schemas.openxmlformats.org/drawingml/2006/main">
              <a:ext uri="{FF2B5EF4-FFF2-40B4-BE49-F238E27FC236}">
                <a16:creationId xmlns:a16="http://schemas.microsoft.com/office/drawing/2014/main" id="{4A0B2F23-7B29-44E3-9204-9E79430CD689}"/>
              </a:ext>
            </a:extLst>
          </p:cNvPr>
          <p:cNvSpPr>
            <a:spLocks xmlns:a="http://schemas.openxmlformats.org/drawingml/2006/main" noGrp="1"/>
          </p:cNvSpPr>
          <p:nvPr/>
        </p:nvSpPr>
        <p:spPr>
          <a:xfrm xmlns:a="http://schemas.openxmlformats.org/drawingml/2006/main">
            <a:off x="5429250" y="5753100"/>
            <a:ext cx="5334000" cy="438150"/>
          </a:xfrm>
          <a:prstGeom xmlns:a="http://schemas.openxmlformats.org/drawingml/2006/main" prst="rect">
            <a:avLst/>
          </a:prstGeom>
          <a:solidFill xmlns:a="http://schemas.openxmlformats.org/drawingml/2006/main">
            <a:srgbClr val="F5EBDD"/>
          </a:solidFill>
          <a:ln xmlns:a="http://schemas.openxmlformats.org/drawingml/2006/main" w="0">
            <a:noFill/>
            <a:prstDash val="solid"/>
          </a:ln>
        </p:spPr>
      </p:sp>
      <p:sp>
        <p:nvSpPr>
          <p:cNvPr id="36" name="eer-admin-note-text">
            <a:extLst xmlns:a="http://schemas.openxmlformats.org/drawingml/2006/main">
              <a:ext uri="{FF2B5EF4-FFF2-40B4-BE49-F238E27FC236}">
                <a16:creationId xmlns:a16="http://schemas.microsoft.com/office/drawing/2014/main" id="{5DC21350-E5DB-4DD1-807E-C0FFA03FF453}"/>
              </a:ext>
            </a:extLst>
          </p:cNvPr>
          <p:cNvSpPr>
            <a:spLocks xmlns:a="http://schemas.openxmlformats.org/drawingml/2006/main" noGrp="1"/>
          </p:cNvSpPr>
          <p:nvPr/>
        </p:nvSpPr>
        <p:spPr>
          <a:xfrm xmlns:a="http://schemas.openxmlformats.org/drawingml/2006/main">
            <a:off x="5619750" y="5781675"/>
            <a:ext cx="4953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8312A"/>
                </a:solidFill>
                <a:latin typeface="Arial"/>
                <a:ea typeface="Arial"/>
                <a:cs typeface="Arial"/>
              </a:defRPr>
            </a:defPPr>
            <a:lvl1pPr algn="l">
              <a:defRPr sz="1200" b="1">
                <a:solidFill>
                  <a:srgbClr val="18312A"/>
                </a:solidFill>
                <a:latin typeface="Arial"/>
                <a:ea typeface="Arial"/>
                <a:cs typeface="Arial"/>
              </a:defRPr>
            </a:lvl1pPr>
            <a:lvl2pPr algn="l">
              <a:defRPr sz="1200" b="1">
                <a:solidFill>
                  <a:srgbClr val="18312A"/>
                </a:solidFill>
                <a:latin typeface="Arial"/>
                <a:ea typeface="Arial"/>
                <a:cs typeface="Arial"/>
              </a:defRPr>
            </a:lvl2pPr>
            <a:lvl3pPr algn="l">
              <a:defRPr sz="1200" b="1">
                <a:solidFill>
                  <a:srgbClr val="18312A"/>
                </a:solidFill>
                <a:latin typeface="Arial"/>
                <a:ea typeface="Arial"/>
                <a:cs typeface="Arial"/>
              </a:defRPr>
            </a:lvl3pPr>
            <a:lvl4pPr algn="l">
              <a:defRPr sz="1200" b="1">
                <a:solidFill>
                  <a:srgbClr val="18312A"/>
                </a:solidFill>
                <a:latin typeface="Arial"/>
                <a:ea typeface="Arial"/>
                <a:cs typeface="Arial"/>
              </a:defRPr>
            </a:lvl4pPr>
            <a:lvl5pPr algn="l">
              <a:defRPr sz="1200" b="1">
                <a:solidFill>
                  <a:srgbClr val="18312A"/>
                </a:solidFill>
                <a:latin typeface="Arial"/>
                <a:ea typeface="Arial"/>
                <a:cs typeface="Arial"/>
              </a:defRPr>
            </a:lvl5pPr>
            <a:lvl6pPr algn="l">
              <a:defRPr sz="1200" b="1">
                <a:solidFill>
                  <a:srgbClr val="18312A"/>
                </a:solidFill>
                <a:latin typeface="Arial"/>
                <a:ea typeface="Arial"/>
                <a:cs typeface="Arial"/>
              </a:defRPr>
            </a:lvl6pPr>
            <a:lvl7pPr algn="l">
              <a:defRPr sz="1200" b="1">
                <a:solidFill>
                  <a:srgbClr val="18312A"/>
                </a:solidFill>
                <a:latin typeface="Arial"/>
                <a:ea typeface="Arial"/>
                <a:cs typeface="Arial"/>
              </a:defRPr>
            </a:lvl7pPr>
            <a:lvl8pPr algn="l">
              <a:defRPr sz="1200" b="1">
                <a:solidFill>
                  <a:srgbClr val="18312A"/>
                </a:solidFill>
                <a:latin typeface="Arial"/>
                <a:ea typeface="Arial"/>
                <a:cs typeface="Arial"/>
              </a:defRPr>
            </a:lvl8pPr>
            <a:lvl9pPr algn="l">
              <a:defRPr sz="1200" b="1">
                <a:solidFill>
                  <a:srgbClr val="18312A"/>
                </a:solidFill>
                <a:latin typeface="Arial"/>
                <a:ea typeface="Arial"/>
                <a:cs typeface="Arial"/>
              </a:defRPr>
            </a:lvl9pPr>
          </a:lstStyle>
          <a:p xmlns:a="http://schemas.openxmlformats.org/drawingml/2006/main">
            <a:pPr algn="l">
              <a:defRPr sz="1200" b="1">
                <a:solidFill>
                  <a:srgbClr val="18312A"/>
                </a:solidFill>
                <a:latin typeface="Arial"/>
                <a:ea typeface="Arial"/>
                <a:cs typeface="Arial"/>
              </a:defRPr>
            </a:pPr>
            <a:r>
              <a:rPr sz="1200" b="1">
                <a:solidFill>
                  <a:srgbClr val="18312A"/>
                </a:solidFill>
                <a:latin typeface="Arial"/>
                <a:ea typeface="Arial"/>
                <a:cs typeface="Arial"/>
              </a:rPr>
              <a:t>Role guards ensure a subtype row matches the role in users.</a:t>
            </a:r>
          </a:p>
        </p:txBody>
      </p:sp>
    </p:spTree>
    <p:extLst>
      <p:ext uri="{BB962C8B-B14F-4D97-AF65-F5344CB8AC3E}">
        <p14:creationId xmlns:p14="http://schemas.microsoft.com/office/powerpoint/2010/main" val="1367260124"/>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38" name="top-rule-4">
            <a:extLst xmlns:a="http://schemas.openxmlformats.org/drawingml/2006/main">
              <a:ext uri="{FF2B5EF4-FFF2-40B4-BE49-F238E27FC236}">
                <a16:creationId xmlns:a16="http://schemas.microsoft.com/office/drawing/2014/main" id="{D4A6395A-DD66-4BF1-B056-9DFB403CE0D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4">
            <a:extLst xmlns:a="http://schemas.openxmlformats.org/drawingml/2006/main">
              <a:ext uri="{FF2B5EF4-FFF2-40B4-BE49-F238E27FC236}">
                <a16:creationId xmlns:a16="http://schemas.microsoft.com/office/drawing/2014/main" id="{8FACEF3A-BD69-4354-B973-7286BEF062C7}"/>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03  /  RELATIONAL SCHEMA</a:t>
            </a:r>
          </a:p>
        </p:txBody>
      </p:sp>
      <p:sp>
        <p:nvSpPr>
          <p:cNvPr id="3" name="title-4">
            <a:extLst xmlns:a="http://schemas.openxmlformats.org/drawingml/2006/main">
              <a:ext uri="{FF2B5EF4-FFF2-40B4-BE49-F238E27FC236}">
                <a16:creationId xmlns:a16="http://schemas.microsoft.com/office/drawing/2014/main" id="{C2B18536-330C-4323-B7E0-835ECA31B504}"/>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ER diagram to relational model</a:t>
            </a:r>
          </a:p>
        </p:txBody>
      </p:sp>
      <p:sp>
        <p:nvSpPr>
          <p:cNvPr id="4" name="subtitle-4">
            <a:extLst xmlns:a="http://schemas.openxmlformats.org/drawingml/2006/main">
              <a:ext uri="{FF2B5EF4-FFF2-40B4-BE49-F238E27FC236}">
                <a16:creationId xmlns:a16="http://schemas.microsoft.com/office/drawing/2014/main" id="{EBAEB4EE-4713-45C8-801F-B1E5D986DBD5}"/>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Entities become tables; keys turn relationships into enforceable references.</a:t>
            </a:r>
          </a:p>
        </p:txBody>
      </p:sp>
      <p:sp>
        <p:nvSpPr>
          <p:cNvPr id="5" name="header-rule-4">
            <a:extLst xmlns:a="http://schemas.openxmlformats.org/drawingml/2006/main">
              <a:ext uri="{FF2B5EF4-FFF2-40B4-BE49-F238E27FC236}">
                <a16:creationId xmlns:a16="http://schemas.microsoft.com/office/drawing/2014/main" id="{EE2E2A0D-06B9-44DF-920C-DBA6CC08A314}"/>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4">
            <a:extLst xmlns:a="http://schemas.openxmlformats.org/drawingml/2006/main">
              <a:ext uri="{FF2B5EF4-FFF2-40B4-BE49-F238E27FC236}">
                <a16:creationId xmlns:a16="http://schemas.microsoft.com/office/drawing/2014/main" id="{152655EF-4D04-4AD1-B810-66F66F4AA5D0}"/>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4">
            <a:extLst xmlns:a="http://schemas.openxmlformats.org/drawingml/2006/main">
              <a:ext uri="{FF2B5EF4-FFF2-40B4-BE49-F238E27FC236}">
                <a16:creationId xmlns:a16="http://schemas.microsoft.com/office/drawing/2014/main" id="{719B101C-5A1D-44DD-8985-978F2730CD99}"/>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04</a:t>
            </a:r>
          </a:p>
        </p:txBody>
      </p:sp>
      <p:sp>
        <p:nvSpPr>
          <p:cNvPr id="8" name="rel-head-0">
            <a:extLst xmlns:a="http://schemas.openxmlformats.org/drawingml/2006/main">
              <a:ext uri="{FF2B5EF4-FFF2-40B4-BE49-F238E27FC236}">
                <a16:creationId xmlns:a16="http://schemas.microsoft.com/office/drawing/2014/main" id="{0C957887-D870-4C93-A5CA-06B602628003}"/>
              </a:ext>
            </a:extLst>
          </p:cNvPr>
          <p:cNvSpPr>
            <a:spLocks xmlns:a="http://schemas.openxmlformats.org/drawingml/2006/main" noGrp="1"/>
          </p:cNvSpPr>
          <p:nvPr/>
        </p:nvSpPr>
        <p:spPr>
          <a:xfrm xmlns:a="http://schemas.openxmlformats.org/drawingml/2006/main">
            <a:off x="800100" y="18478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D89B55"/>
                </a:solidFill>
                <a:latin typeface="Arial"/>
                <a:ea typeface="Arial"/>
                <a:cs typeface="Arial"/>
              </a:defRPr>
            </a:defPPr>
            <a:lvl1pPr algn="l">
              <a:defRPr sz="1350" b="1">
                <a:solidFill>
                  <a:srgbClr val="D89B55"/>
                </a:solidFill>
                <a:latin typeface="Arial"/>
                <a:ea typeface="Arial"/>
                <a:cs typeface="Arial"/>
              </a:defRPr>
            </a:lvl1pPr>
            <a:lvl2pPr algn="l">
              <a:defRPr sz="1350" b="1">
                <a:solidFill>
                  <a:srgbClr val="D89B55"/>
                </a:solidFill>
                <a:latin typeface="Arial"/>
                <a:ea typeface="Arial"/>
                <a:cs typeface="Arial"/>
              </a:defRPr>
            </a:lvl2pPr>
            <a:lvl3pPr algn="l">
              <a:defRPr sz="1350" b="1">
                <a:solidFill>
                  <a:srgbClr val="D89B55"/>
                </a:solidFill>
                <a:latin typeface="Arial"/>
                <a:ea typeface="Arial"/>
                <a:cs typeface="Arial"/>
              </a:defRPr>
            </a:lvl3pPr>
            <a:lvl4pPr algn="l">
              <a:defRPr sz="1350" b="1">
                <a:solidFill>
                  <a:srgbClr val="D89B55"/>
                </a:solidFill>
                <a:latin typeface="Arial"/>
                <a:ea typeface="Arial"/>
                <a:cs typeface="Arial"/>
              </a:defRPr>
            </a:lvl4pPr>
            <a:lvl5pPr algn="l">
              <a:defRPr sz="1350" b="1">
                <a:solidFill>
                  <a:srgbClr val="D89B55"/>
                </a:solidFill>
                <a:latin typeface="Arial"/>
                <a:ea typeface="Arial"/>
                <a:cs typeface="Arial"/>
              </a:defRPr>
            </a:lvl5pPr>
            <a:lvl6pPr algn="l">
              <a:defRPr sz="1350" b="1">
                <a:solidFill>
                  <a:srgbClr val="D89B55"/>
                </a:solidFill>
                <a:latin typeface="Arial"/>
                <a:ea typeface="Arial"/>
                <a:cs typeface="Arial"/>
              </a:defRPr>
            </a:lvl6pPr>
            <a:lvl7pPr algn="l">
              <a:defRPr sz="1350" b="1">
                <a:solidFill>
                  <a:srgbClr val="D89B55"/>
                </a:solidFill>
                <a:latin typeface="Arial"/>
                <a:ea typeface="Arial"/>
                <a:cs typeface="Arial"/>
              </a:defRPr>
            </a:lvl7pPr>
            <a:lvl8pPr algn="l">
              <a:defRPr sz="1350" b="1">
                <a:solidFill>
                  <a:srgbClr val="D89B55"/>
                </a:solidFill>
                <a:latin typeface="Arial"/>
                <a:ea typeface="Arial"/>
                <a:cs typeface="Arial"/>
              </a:defRPr>
            </a:lvl8pPr>
            <a:lvl9pPr algn="l">
              <a:defRPr sz="1350" b="1">
                <a:solidFill>
                  <a:srgbClr val="D89B55"/>
                </a:solidFill>
                <a:latin typeface="Arial"/>
                <a:ea typeface="Arial"/>
                <a:cs typeface="Arial"/>
              </a:defRPr>
            </a:lvl9pPr>
          </a:lstStyle>
          <a:p xmlns:a="http://schemas.openxmlformats.org/drawingml/2006/main">
            <a:pPr algn="l">
              <a:defRPr sz="1350" b="1">
                <a:solidFill>
                  <a:srgbClr val="D89B55"/>
                </a:solidFill>
                <a:latin typeface="Arial"/>
                <a:ea typeface="Arial"/>
                <a:cs typeface="Arial"/>
              </a:defRPr>
            </a:pPr>
            <a:r>
              <a:rPr sz="1350" b="1">
                <a:solidFill>
                  <a:srgbClr val="D89B55"/>
                </a:solidFill>
                <a:latin typeface="Arial"/>
                <a:ea typeface="Arial"/>
                <a:cs typeface="Arial"/>
              </a:rPr>
              <a:t>IDENTITY</a:t>
            </a:r>
          </a:p>
        </p:txBody>
      </p:sp>
      <p:sp>
        <p:nvSpPr>
          <p:cNvPr id="9" name="rel-line-0">
            <a:extLst xmlns:a="http://schemas.openxmlformats.org/drawingml/2006/main">
              <a:ext uri="{FF2B5EF4-FFF2-40B4-BE49-F238E27FC236}">
                <a16:creationId xmlns:a16="http://schemas.microsoft.com/office/drawing/2014/main" id="{8AC17397-56AE-49AA-8625-1D4619A8D95F}"/>
              </a:ext>
            </a:extLst>
          </p:cNvPr>
          <p:cNvSpPr>
            <a:spLocks xmlns:a="http://schemas.openxmlformats.org/drawingml/2006/main" noGrp="1"/>
          </p:cNvSpPr>
          <p:nvPr/>
        </p:nvSpPr>
        <p:spPr>
          <a:xfrm xmlns:a="http://schemas.openxmlformats.org/drawingml/2006/main">
            <a:off x="800100" y="2200275"/>
            <a:ext cx="3238500" cy="28575"/>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10" name="rel-item-0-0">
            <a:extLst xmlns:a="http://schemas.openxmlformats.org/drawingml/2006/main">
              <a:ext uri="{FF2B5EF4-FFF2-40B4-BE49-F238E27FC236}">
                <a16:creationId xmlns:a16="http://schemas.microsoft.com/office/drawing/2014/main" id="{901D6B66-5E4B-45D5-9B0D-95E09071959E}"/>
              </a:ext>
            </a:extLst>
          </p:cNvPr>
          <p:cNvSpPr>
            <a:spLocks xmlns:a="http://schemas.openxmlformats.org/drawingml/2006/main" noGrp="1"/>
          </p:cNvSpPr>
          <p:nvPr/>
        </p:nvSpPr>
        <p:spPr>
          <a:xfrm xmlns:a="http://schemas.openxmlformats.org/drawingml/2006/main">
            <a:off x="800100" y="240030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64A3A"/>
                </a:solidFill>
                <a:latin typeface="Arial"/>
                <a:ea typeface="Arial"/>
                <a:cs typeface="Arial"/>
              </a:defRPr>
            </a:defPPr>
            <a:lvl1pPr algn="l">
              <a:defRPr sz="1650" b="1">
                <a:solidFill>
                  <a:srgbClr val="164A3A"/>
                </a:solidFill>
                <a:latin typeface="Arial"/>
                <a:ea typeface="Arial"/>
                <a:cs typeface="Arial"/>
              </a:defRPr>
            </a:lvl1pPr>
            <a:lvl2pPr algn="l">
              <a:defRPr sz="1650" b="1">
                <a:solidFill>
                  <a:srgbClr val="164A3A"/>
                </a:solidFill>
                <a:latin typeface="Arial"/>
                <a:ea typeface="Arial"/>
                <a:cs typeface="Arial"/>
              </a:defRPr>
            </a:lvl2pPr>
            <a:lvl3pPr algn="l">
              <a:defRPr sz="1650" b="1">
                <a:solidFill>
                  <a:srgbClr val="164A3A"/>
                </a:solidFill>
                <a:latin typeface="Arial"/>
                <a:ea typeface="Arial"/>
                <a:cs typeface="Arial"/>
              </a:defRPr>
            </a:lvl3pPr>
            <a:lvl4pPr algn="l">
              <a:defRPr sz="1650" b="1">
                <a:solidFill>
                  <a:srgbClr val="164A3A"/>
                </a:solidFill>
                <a:latin typeface="Arial"/>
                <a:ea typeface="Arial"/>
                <a:cs typeface="Arial"/>
              </a:defRPr>
            </a:lvl4pPr>
            <a:lvl5pPr algn="l">
              <a:defRPr sz="1650" b="1">
                <a:solidFill>
                  <a:srgbClr val="164A3A"/>
                </a:solidFill>
                <a:latin typeface="Arial"/>
                <a:ea typeface="Arial"/>
                <a:cs typeface="Arial"/>
              </a:defRPr>
            </a:lvl5pPr>
            <a:lvl6pPr algn="l">
              <a:defRPr sz="1650" b="1">
                <a:solidFill>
                  <a:srgbClr val="164A3A"/>
                </a:solidFill>
                <a:latin typeface="Arial"/>
                <a:ea typeface="Arial"/>
                <a:cs typeface="Arial"/>
              </a:defRPr>
            </a:lvl6pPr>
            <a:lvl7pPr algn="l">
              <a:defRPr sz="1650" b="1">
                <a:solidFill>
                  <a:srgbClr val="164A3A"/>
                </a:solidFill>
                <a:latin typeface="Arial"/>
                <a:ea typeface="Arial"/>
                <a:cs typeface="Arial"/>
              </a:defRPr>
            </a:lvl7pPr>
            <a:lvl8pPr algn="l">
              <a:defRPr sz="1650" b="1">
                <a:solidFill>
                  <a:srgbClr val="164A3A"/>
                </a:solidFill>
                <a:latin typeface="Arial"/>
                <a:ea typeface="Arial"/>
                <a:cs typeface="Arial"/>
              </a:defRPr>
            </a:lvl8pPr>
            <a:lvl9pPr algn="l">
              <a:defRPr sz="1650" b="1">
                <a:solidFill>
                  <a:srgbClr val="164A3A"/>
                </a:solidFill>
                <a:latin typeface="Arial"/>
                <a:ea typeface="Arial"/>
                <a:cs typeface="Arial"/>
              </a:defRPr>
            </a:lvl9pPr>
          </a:lstStyle>
          <a:p xmlns:a="http://schemas.openxmlformats.org/drawingml/2006/main">
            <a:pPr algn="l">
              <a:defRPr sz="1650" b="1">
                <a:solidFill>
                  <a:srgbClr val="164A3A"/>
                </a:solidFill>
                <a:latin typeface="Arial"/>
                <a:ea typeface="Arial"/>
                <a:cs typeface="Arial"/>
              </a:defRPr>
            </a:pPr>
            <a:r>
              <a:rPr sz="1650" b="1">
                <a:solidFill>
                  <a:srgbClr val="164A3A"/>
                </a:solidFill>
                <a:latin typeface="Arial"/>
                <a:ea typeface="Arial"/>
                <a:cs typeface="Arial"/>
              </a:rPr>
              <a:t>users</a:t>
            </a:r>
          </a:p>
        </p:txBody>
      </p:sp>
      <p:sp>
        <p:nvSpPr>
          <p:cNvPr id="11" name="rel-item-0-1">
            <a:extLst xmlns:a="http://schemas.openxmlformats.org/drawingml/2006/main">
              <a:ext uri="{FF2B5EF4-FFF2-40B4-BE49-F238E27FC236}">
                <a16:creationId xmlns:a16="http://schemas.microsoft.com/office/drawing/2014/main" id="{99BC051A-4B85-466D-A7B5-34A110E736C2}"/>
              </a:ext>
            </a:extLst>
          </p:cNvPr>
          <p:cNvSpPr>
            <a:spLocks xmlns:a="http://schemas.openxmlformats.org/drawingml/2006/main" noGrp="1"/>
          </p:cNvSpPr>
          <p:nvPr/>
        </p:nvSpPr>
        <p:spPr>
          <a:xfrm xmlns:a="http://schemas.openxmlformats.org/drawingml/2006/main">
            <a:off x="800100" y="2809875"/>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user_phone</a:t>
            </a:r>
          </a:p>
        </p:txBody>
      </p:sp>
      <p:sp>
        <p:nvSpPr>
          <p:cNvPr id="12" name="rel-item-0-2">
            <a:extLst xmlns:a="http://schemas.openxmlformats.org/drawingml/2006/main">
              <a:ext uri="{FF2B5EF4-FFF2-40B4-BE49-F238E27FC236}">
                <a16:creationId xmlns:a16="http://schemas.microsoft.com/office/drawing/2014/main" id="{0092A9CE-ACC2-47AB-A12A-51B69F2B8E52}"/>
              </a:ext>
            </a:extLst>
          </p:cNvPr>
          <p:cNvSpPr>
            <a:spLocks xmlns:a="http://schemas.openxmlformats.org/drawingml/2006/main" noGrp="1"/>
          </p:cNvSpPr>
          <p:nvPr/>
        </p:nvSpPr>
        <p:spPr>
          <a:xfrm xmlns:a="http://schemas.openxmlformats.org/drawingml/2006/main">
            <a:off x="800100" y="32194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student</a:t>
            </a:r>
          </a:p>
        </p:txBody>
      </p:sp>
      <p:sp>
        <p:nvSpPr>
          <p:cNvPr id="13" name="rel-item-0-3">
            <a:extLst xmlns:a="http://schemas.openxmlformats.org/drawingml/2006/main">
              <a:ext uri="{FF2B5EF4-FFF2-40B4-BE49-F238E27FC236}">
                <a16:creationId xmlns:a16="http://schemas.microsoft.com/office/drawing/2014/main" id="{32D0C52C-DCA3-4DB8-AAE5-DA82E8B0D60A}"/>
              </a:ext>
            </a:extLst>
          </p:cNvPr>
          <p:cNvSpPr>
            <a:spLocks xmlns:a="http://schemas.openxmlformats.org/drawingml/2006/main" noGrp="1"/>
          </p:cNvSpPr>
          <p:nvPr/>
        </p:nvSpPr>
        <p:spPr>
          <a:xfrm xmlns:a="http://schemas.openxmlformats.org/drawingml/2006/main">
            <a:off x="800100" y="3629025"/>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warden</a:t>
            </a:r>
          </a:p>
        </p:txBody>
      </p:sp>
      <p:sp>
        <p:nvSpPr>
          <p:cNvPr id="14" name="rel-item-0-4">
            <a:extLst xmlns:a="http://schemas.openxmlformats.org/drawingml/2006/main">
              <a:ext uri="{FF2B5EF4-FFF2-40B4-BE49-F238E27FC236}">
                <a16:creationId xmlns:a16="http://schemas.microsoft.com/office/drawing/2014/main" id="{C96C5F60-A5FB-44F5-B484-F6CC56BA1C7A}"/>
              </a:ext>
            </a:extLst>
          </p:cNvPr>
          <p:cNvSpPr>
            <a:spLocks xmlns:a="http://schemas.openxmlformats.org/drawingml/2006/main" noGrp="1"/>
          </p:cNvSpPr>
          <p:nvPr/>
        </p:nvSpPr>
        <p:spPr>
          <a:xfrm xmlns:a="http://schemas.openxmlformats.org/drawingml/2006/main">
            <a:off x="800100" y="403860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maintenance_staff</a:t>
            </a:r>
          </a:p>
        </p:txBody>
      </p:sp>
      <p:sp>
        <p:nvSpPr>
          <p:cNvPr id="15" name="rel-head-1">
            <a:extLst xmlns:a="http://schemas.openxmlformats.org/drawingml/2006/main">
              <a:ext uri="{FF2B5EF4-FFF2-40B4-BE49-F238E27FC236}">
                <a16:creationId xmlns:a16="http://schemas.microsoft.com/office/drawing/2014/main" id="{4EBBC811-9975-494B-8312-53EBD17B540B}"/>
              </a:ext>
            </a:extLst>
          </p:cNvPr>
          <p:cNvSpPr>
            <a:spLocks xmlns:a="http://schemas.openxmlformats.org/drawingml/2006/main" noGrp="1"/>
          </p:cNvSpPr>
          <p:nvPr/>
        </p:nvSpPr>
        <p:spPr>
          <a:xfrm xmlns:a="http://schemas.openxmlformats.org/drawingml/2006/main">
            <a:off x="4514850" y="18478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D89B55"/>
                </a:solidFill>
                <a:latin typeface="Arial"/>
                <a:ea typeface="Arial"/>
                <a:cs typeface="Arial"/>
              </a:defRPr>
            </a:defPPr>
            <a:lvl1pPr algn="l">
              <a:defRPr sz="1350" b="1">
                <a:solidFill>
                  <a:srgbClr val="D89B55"/>
                </a:solidFill>
                <a:latin typeface="Arial"/>
                <a:ea typeface="Arial"/>
                <a:cs typeface="Arial"/>
              </a:defRPr>
            </a:lvl1pPr>
            <a:lvl2pPr algn="l">
              <a:defRPr sz="1350" b="1">
                <a:solidFill>
                  <a:srgbClr val="D89B55"/>
                </a:solidFill>
                <a:latin typeface="Arial"/>
                <a:ea typeface="Arial"/>
                <a:cs typeface="Arial"/>
              </a:defRPr>
            </a:lvl2pPr>
            <a:lvl3pPr algn="l">
              <a:defRPr sz="1350" b="1">
                <a:solidFill>
                  <a:srgbClr val="D89B55"/>
                </a:solidFill>
                <a:latin typeface="Arial"/>
                <a:ea typeface="Arial"/>
                <a:cs typeface="Arial"/>
              </a:defRPr>
            </a:lvl3pPr>
            <a:lvl4pPr algn="l">
              <a:defRPr sz="1350" b="1">
                <a:solidFill>
                  <a:srgbClr val="D89B55"/>
                </a:solidFill>
                <a:latin typeface="Arial"/>
                <a:ea typeface="Arial"/>
                <a:cs typeface="Arial"/>
              </a:defRPr>
            </a:lvl4pPr>
            <a:lvl5pPr algn="l">
              <a:defRPr sz="1350" b="1">
                <a:solidFill>
                  <a:srgbClr val="D89B55"/>
                </a:solidFill>
                <a:latin typeface="Arial"/>
                <a:ea typeface="Arial"/>
                <a:cs typeface="Arial"/>
              </a:defRPr>
            </a:lvl5pPr>
            <a:lvl6pPr algn="l">
              <a:defRPr sz="1350" b="1">
                <a:solidFill>
                  <a:srgbClr val="D89B55"/>
                </a:solidFill>
                <a:latin typeface="Arial"/>
                <a:ea typeface="Arial"/>
                <a:cs typeface="Arial"/>
              </a:defRPr>
            </a:lvl6pPr>
            <a:lvl7pPr algn="l">
              <a:defRPr sz="1350" b="1">
                <a:solidFill>
                  <a:srgbClr val="D89B55"/>
                </a:solidFill>
                <a:latin typeface="Arial"/>
                <a:ea typeface="Arial"/>
                <a:cs typeface="Arial"/>
              </a:defRPr>
            </a:lvl7pPr>
            <a:lvl8pPr algn="l">
              <a:defRPr sz="1350" b="1">
                <a:solidFill>
                  <a:srgbClr val="D89B55"/>
                </a:solidFill>
                <a:latin typeface="Arial"/>
                <a:ea typeface="Arial"/>
                <a:cs typeface="Arial"/>
              </a:defRPr>
            </a:lvl8pPr>
            <a:lvl9pPr algn="l">
              <a:defRPr sz="1350" b="1">
                <a:solidFill>
                  <a:srgbClr val="D89B55"/>
                </a:solidFill>
                <a:latin typeface="Arial"/>
                <a:ea typeface="Arial"/>
                <a:cs typeface="Arial"/>
              </a:defRPr>
            </a:lvl9pPr>
          </a:lstStyle>
          <a:p xmlns:a="http://schemas.openxmlformats.org/drawingml/2006/main">
            <a:pPr algn="l">
              <a:defRPr sz="1350" b="1">
                <a:solidFill>
                  <a:srgbClr val="D89B55"/>
                </a:solidFill>
                <a:latin typeface="Arial"/>
                <a:ea typeface="Arial"/>
                <a:cs typeface="Arial"/>
              </a:defRPr>
            </a:pPr>
            <a:r>
              <a:rPr sz="1350" b="1">
                <a:solidFill>
                  <a:srgbClr val="D89B55"/>
                </a:solidFill>
                <a:latin typeface="Arial"/>
                <a:ea typeface="Arial"/>
                <a:cs typeface="Arial"/>
              </a:rPr>
              <a:t>HOSTEL</a:t>
            </a:r>
          </a:p>
        </p:txBody>
      </p:sp>
      <p:sp>
        <p:nvSpPr>
          <p:cNvPr id="16" name="rel-line-1">
            <a:extLst xmlns:a="http://schemas.openxmlformats.org/drawingml/2006/main">
              <a:ext uri="{FF2B5EF4-FFF2-40B4-BE49-F238E27FC236}">
                <a16:creationId xmlns:a16="http://schemas.microsoft.com/office/drawing/2014/main" id="{B05FE766-9292-439A-9BB7-1BB3D430798E}"/>
              </a:ext>
            </a:extLst>
          </p:cNvPr>
          <p:cNvSpPr>
            <a:spLocks xmlns:a="http://schemas.openxmlformats.org/drawingml/2006/main" noGrp="1"/>
          </p:cNvSpPr>
          <p:nvPr/>
        </p:nvSpPr>
        <p:spPr>
          <a:xfrm xmlns:a="http://schemas.openxmlformats.org/drawingml/2006/main">
            <a:off x="4514850" y="2200275"/>
            <a:ext cx="3238500" cy="28575"/>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17" name="rel-item-1-0">
            <a:extLst xmlns:a="http://schemas.openxmlformats.org/drawingml/2006/main">
              <a:ext uri="{FF2B5EF4-FFF2-40B4-BE49-F238E27FC236}">
                <a16:creationId xmlns:a16="http://schemas.microsoft.com/office/drawing/2014/main" id="{2B4F5BAE-400F-4C64-838D-F12995D8E63A}"/>
              </a:ext>
            </a:extLst>
          </p:cNvPr>
          <p:cNvSpPr>
            <a:spLocks xmlns:a="http://schemas.openxmlformats.org/drawingml/2006/main" noGrp="1"/>
          </p:cNvSpPr>
          <p:nvPr/>
        </p:nvSpPr>
        <p:spPr>
          <a:xfrm xmlns:a="http://schemas.openxmlformats.org/drawingml/2006/main">
            <a:off x="4514850" y="240030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64A3A"/>
                </a:solidFill>
                <a:latin typeface="Arial"/>
                <a:ea typeface="Arial"/>
                <a:cs typeface="Arial"/>
              </a:defRPr>
            </a:defPPr>
            <a:lvl1pPr algn="l">
              <a:defRPr sz="1650" b="1">
                <a:solidFill>
                  <a:srgbClr val="164A3A"/>
                </a:solidFill>
                <a:latin typeface="Arial"/>
                <a:ea typeface="Arial"/>
                <a:cs typeface="Arial"/>
              </a:defRPr>
            </a:lvl1pPr>
            <a:lvl2pPr algn="l">
              <a:defRPr sz="1650" b="1">
                <a:solidFill>
                  <a:srgbClr val="164A3A"/>
                </a:solidFill>
                <a:latin typeface="Arial"/>
                <a:ea typeface="Arial"/>
                <a:cs typeface="Arial"/>
              </a:defRPr>
            </a:lvl2pPr>
            <a:lvl3pPr algn="l">
              <a:defRPr sz="1650" b="1">
                <a:solidFill>
                  <a:srgbClr val="164A3A"/>
                </a:solidFill>
                <a:latin typeface="Arial"/>
                <a:ea typeface="Arial"/>
                <a:cs typeface="Arial"/>
              </a:defRPr>
            </a:lvl3pPr>
            <a:lvl4pPr algn="l">
              <a:defRPr sz="1650" b="1">
                <a:solidFill>
                  <a:srgbClr val="164A3A"/>
                </a:solidFill>
                <a:latin typeface="Arial"/>
                <a:ea typeface="Arial"/>
                <a:cs typeface="Arial"/>
              </a:defRPr>
            </a:lvl4pPr>
            <a:lvl5pPr algn="l">
              <a:defRPr sz="1650" b="1">
                <a:solidFill>
                  <a:srgbClr val="164A3A"/>
                </a:solidFill>
                <a:latin typeface="Arial"/>
                <a:ea typeface="Arial"/>
                <a:cs typeface="Arial"/>
              </a:defRPr>
            </a:lvl5pPr>
            <a:lvl6pPr algn="l">
              <a:defRPr sz="1650" b="1">
                <a:solidFill>
                  <a:srgbClr val="164A3A"/>
                </a:solidFill>
                <a:latin typeface="Arial"/>
                <a:ea typeface="Arial"/>
                <a:cs typeface="Arial"/>
              </a:defRPr>
            </a:lvl6pPr>
            <a:lvl7pPr algn="l">
              <a:defRPr sz="1650" b="1">
                <a:solidFill>
                  <a:srgbClr val="164A3A"/>
                </a:solidFill>
                <a:latin typeface="Arial"/>
                <a:ea typeface="Arial"/>
                <a:cs typeface="Arial"/>
              </a:defRPr>
            </a:lvl7pPr>
            <a:lvl8pPr algn="l">
              <a:defRPr sz="1650" b="1">
                <a:solidFill>
                  <a:srgbClr val="164A3A"/>
                </a:solidFill>
                <a:latin typeface="Arial"/>
                <a:ea typeface="Arial"/>
                <a:cs typeface="Arial"/>
              </a:defRPr>
            </a:lvl8pPr>
            <a:lvl9pPr algn="l">
              <a:defRPr sz="1650" b="1">
                <a:solidFill>
                  <a:srgbClr val="164A3A"/>
                </a:solidFill>
                <a:latin typeface="Arial"/>
                <a:ea typeface="Arial"/>
                <a:cs typeface="Arial"/>
              </a:defRPr>
            </a:lvl9pPr>
          </a:lstStyle>
          <a:p xmlns:a="http://schemas.openxmlformats.org/drawingml/2006/main">
            <a:pPr algn="l">
              <a:defRPr sz="1650" b="1">
                <a:solidFill>
                  <a:srgbClr val="164A3A"/>
                </a:solidFill>
                <a:latin typeface="Arial"/>
                <a:ea typeface="Arial"/>
                <a:cs typeface="Arial"/>
              </a:defRPr>
            </a:pPr>
            <a:r>
              <a:rPr sz="1650" b="1">
                <a:solidFill>
                  <a:srgbClr val="164A3A"/>
                </a:solidFill>
                <a:latin typeface="Arial"/>
                <a:ea typeface="Arial"/>
                <a:cs typeface="Arial"/>
              </a:rPr>
              <a:t>hostel_block</a:t>
            </a:r>
          </a:p>
        </p:txBody>
      </p:sp>
      <p:sp>
        <p:nvSpPr>
          <p:cNvPr id="18" name="rel-item-1-1">
            <a:extLst xmlns:a="http://schemas.openxmlformats.org/drawingml/2006/main">
              <a:ext uri="{FF2B5EF4-FFF2-40B4-BE49-F238E27FC236}">
                <a16:creationId xmlns:a16="http://schemas.microsoft.com/office/drawing/2014/main" id="{CBD57A0E-9944-4509-9A11-F92D2AEA993E}"/>
              </a:ext>
            </a:extLst>
          </p:cNvPr>
          <p:cNvSpPr>
            <a:spLocks xmlns:a="http://schemas.openxmlformats.org/drawingml/2006/main" noGrp="1"/>
          </p:cNvSpPr>
          <p:nvPr/>
        </p:nvSpPr>
        <p:spPr>
          <a:xfrm xmlns:a="http://schemas.openxmlformats.org/drawingml/2006/main">
            <a:off x="4514850" y="2809875"/>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room_type</a:t>
            </a:r>
          </a:p>
        </p:txBody>
      </p:sp>
      <p:sp>
        <p:nvSpPr>
          <p:cNvPr id="19" name="rel-item-1-2">
            <a:extLst xmlns:a="http://schemas.openxmlformats.org/drawingml/2006/main">
              <a:ext uri="{FF2B5EF4-FFF2-40B4-BE49-F238E27FC236}">
                <a16:creationId xmlns:a16="http://schemas.microsoft.com/office/drawing/2014/main" id="{E01CEE61-269F-47C5-9F54-BBD1151CA91E}"/>
              </a:ext>
            </a:extLst>
          </p:cNvPr>
          <p:cNvSpPr>
            <a:spLocks xmlns:a="http://schemas.openxmlformats.org/drawingml/2006/main" noGrp="1"/>
          </p:cNvSpPr>
          <p:nvPr/>
        </p:nvSpPr>
        <p:spPr>
          <a:xfrm xmlns:a="http://schemas.openxmlformats.org/drawingml/2006/main">
            <a:off x="4514850" y="32194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room</a:t>
            </a:r>
          </a:p>
        </p:txBody>
      </p:sp>
      <p:sp>
        <p:nvSpPr>
          <p:cNvPr id="20" name="rel-item-1-3">
            <a:extLst xmlns:a="http://schemas.openxmlformats.org/drawingml/2006/main">
              <a:ext uri="{FF2B5EF4-FFF2-40B4-BE49-F238E27FC236}">
                <a16:creationId xmlns:a16="http://schemas.microsoft.com/office/drawing/2014/main" id="{10FB03D7-C763-4B37-9EFB-CBF6C782188D}"/>
              </a:ext>
            </a:extLst>
          </p:cNvPr>
          <p:cNvSpPr>
            <a:spLocks xmlns:a="http://schemas.openxmlformats.org/drawingml/2006/main" noGrp="1"/>
          </p:cNvSpPr>
          <p:nvPr/>
        </p:nvSpPr>
        <p:spPr>
          <a:xfrm xmlns:a="http://schemas.openxmlformats.org/drawingml/2006/main">
            <a:off x="4514850" y="3629025"/>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room_allocation</a:t>
            </a:r>
          </a:p>
        </p:txBody>
      </p:sp>
      <p:sp>
        <p:nvSpPr>
          <p:cNvPr id="21" name="rel-head-2">
            <a:extLst xmlns:a="http://schemas.openxmlformats.org/drawingml/2006/main">
              <a:ext uri="{FF2B5EF4-FFF2-40B4-BE49-F238E27FC236}">
                <a16:creationId xmlns:a16="http://schemas.microsoft.com/office/drawing/2014/main" id="{4242DC80-8FCA-4871-9DB2-AE02B5F1F093}"/>
              </a:ext>
            </a:extLst>
          </p:cNvPr>
          <p:cNvSpPr>
            <a:spLocks xmlns:a="http://schemas.openxmlformats.org/drawingml/2006/main" noGrp="1"/>
          </p:cNvSpPr>
          <p:nvPr/>
        </p:nvSpPr>
        <p:spPr>
          <a:xfrm xmlns:a="http://schemas.openxmlformats.org/drawingml/2006/main">
            <a:off x="8229600" y="18478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D89B55"/>
                </a:solidFill>
                <a:latin typeface="Arial"/>
                <a:ea typeface="Arial"/>
                <a:cs typeface="Arial"/>
              </a:defRPr>
            </a:defPPr>
            <a:lvl1pPr algn="l">
              <a:defRPr sz="1350" b="1">
                <a:solidFill>
                  <a:srgbClr val="D89B55"/>
                </a:solidFill>
                <a:latin typeface="Arial"/>
                <a:ea typeface="Arial"/>
                <a:cs typeface="Arial"/>
              </a:defRPr>
            </a:lvl1pPr>
            <a:lvl2pPr algn="l">
              <a:defRPr sz="1350" b="1">
                <a:solidFill>
                  <a:srgbClr val="D89B55"/>
                </a:solidFill>
                <a:latin typeface="Arial"/>
                <a:ea typeface="Arial"/>
                <a:cs typeface="Arial"/>
              </a:defRPr>
            </a:lvl2pPr>
            <a:lvl3pPr algn="l">
              <a:defRPr sz="1350" b="1">
                <a:solidFill>
                  <a:srgbClr val="D89B55"/>
                </a:solidFill>
                <a:latin typeface="Arial"/>
                <a:ea typeface="Arial"/>
                <a:cs typeface="Arial"/>
              </a:defRPr>
            </a:lvl3pPr>
            <a:lvl4pPr algn="l">
              <a:defRPr sz="1350" b="1">
                <a:solidFill>
                  <a:srgbClr val="D89B55"/>
                </a:solidFill>
                <a:latin typeface="Arial"/>
                <a:ea typeface="Arial"/>
                <a:cs typeface="Arial"/>
              </a:defRPr>
            </a:lvl4pPr>
            <a:lvl5pPr algn="l">
              <a:defRPr sz="1350" b="1">
                <a:solidFill>
                  <a:srgbClr val="D89B55"/>
                </a:solidFill>
                <a:latin typeface="Arial"/>
                <a:ea typeface="Arial"/>
                <a:cs typeface="Arial"/>
              </a:defRPr>
            </a:lvl5pPr>
            <a:lvl6pPr algn="l">
              <a:defRPr sz="1350" b="1">
                <a:solidFill>
                  <a:srgbClr val="D89B55"/>
                </a:solidFill>
                <a:latin typeface="Arial"/>
                <a:ea typeface="Arial"/>
                <a:cs typeface="Arial"/>
              </a:defRPr>
            </a:lvl6pPr>
            <a:lvl7pPr algn="l">
              <a:defRPr sz="1350" b="1">
                <a:solidFill>
                  <a:srgbClr val="D89B55"/>
                </a:solidFill>
                <a:latin typeface="Arial"/>
                <a:ea typeface="Arial"/>
                <a:cs typeface="Arial"/>
              </a:defRPr>
            </a:lvl7pPr>
            <a:lvl8pPr algn="l">
              <a:defRPr sz="1350" b="1">
                <a:solidFill>
                  <a:srgbClr val="D89B55"/>
                </a:solidFill>
                <a:latin typeface="Arial"/>
                <a:ea typeface="Arial"/>
                <a:cs typeface="Arial"/>
              </a:defRPr>
            </a:lvl8pPr>
            <a:lvl9pPr algn="l">
              <a:defRPr sz="1350" b="1">
                <a:solidFill>
                  <a:srgbClr val="D89B55"/>
                </a:solidFill>
                <a:latin typeface="Arial"/>
                <a:ea typeface="Arial"/>
                <a:cs typeface="Arial"/>
              </a:defRPr>
            </a:lvl9pPr>
          </a:lstStyle>
          <a:p xmlns:a="http://schemas.openxmlformats.org/drawingml/2006/main">
            <a:pPr algn="l">
              <a:defRPr sz="1350" b="1">
                <a:solidFill>
                  <a:srgbClr val="D89B55"/>
                </a:solidFill>
                <a:latin typeface="Arial"/>
                <a:ea typeface="Arial"/>
                <a:cs typeface="Arial"/>
              </a:defRPr>
            </a:pPr>
            <a:r>
              <a:rPr sz="1350" b="1">
                <a:solidFill>
                  <a:srgbClr val="D89B55"/>
                </a:solidFill>
                <a:latin typeface="Arial"/>
                <a:ea typeface="Arial"/>
                <a:cs typeface="Arial"/>
              </a:rPr>
              <a:t>COMPLAINTS</a:t>
            </a:r>
          </a:p>
        </p:txBody>
      </p:sp>
      <p:sp>
        <p:nvSpPr>
          <p:cNvPr id="22" name="rel-line-2">
            <a:extLst xmlns:a="http://schemas.openxmlformats.org/drawingml/2006/main">
              <a:ext uri="{FF2B5EF4-FFF2-40B4-BE49-F238E27FC236}">
                <a16:creationId xmlns:a16="http://schemas.microsoft.com/office/drawing/2014/main" id="{FCBEB675-E104-4726-90E4-CA3BA7A22D39}"/>
              </a:ext>
            </a:extLst>
          </p:cNvPr>
          <p:cNvSpPr>
            <a:spLocks xmlns:a="http://schemas.openxmlformats.org/drawingml/2006/main" noGrp="1"/>
          </p:cNvSpPr>
          <p:nvPr/>
        </p:nvSpPr>
        <p:spPr>
          <a:xfrm xmlns:a="http://schemas.openxmlformats.org/drawingml/2006/main">
            <a:off x="8229600" y="2200275"/>
            <a:ext cx="3238500" cy="28575"/>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3" name="rel-item-2-0">
            <a:extLst xmlns:a="http://schemas.openxmlformats.org/drawingml/2006/main">
              <a:ext uri="{FF2B5EF4-FFF2-40B4-BE49-F238E27FC236}">
                <a16:creationId xmlns:a16="http://schemas.microsoft.com/office/drawing/2014/main" id="{3D636FEA-8D2E-4639-BE77-AC6E5AF90A75}"/>
              </a:ext>
            </a:extLst>
          </p:cNvPr>
          <p:cNvSpPr>
            <a:spLocks xmlns:a="http://schemas.openxmlformats.org/drawingml/2006/main" noGrp="1"/>
          </p:cNvSpPr>
          <p:nvPr/>
        </p:nvSpPr>
        <p:spPr>
          <a:xfrm xmlns:a="http://schemas.openxmlformats.org/drawingml/2006/main">
            <a:off x="8229600" y="240030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64A3A"/>
                </a:solidFill>
                <a:latin typeface="Arial"/>
                <a:ea typeface="Arial"/>
                <a:cs typeface="Arial"/>
              </a:defRPr>
            </a:defPPr>
            <a:lvl1pPr algn="l">
              <a:defRPr sz="1650" b="1">
                <a:solidFill>
                  <a:srgbClr val="164A3A"/>
                </a:solidFill>
                <a:latin typeface="Arial"/>
                <a:ea typeface="Arial"/>
                <a:cs typeface="Arial"/>
              </a:defRPr>
            </a:lvl1pPr>
            <a:lvl2pPr algn="l">
              <a:defRPr sz="1650" b="1">
                <a:solidFill>
                  <a:srgbClr val="164A3A"/>
                </a:solidFill>
                <a:latin typeface="Arial"/>
                <a:ea typeface="Arial"/>
                <a:cs typeface="Arial"/>
              </a:defRPr>
            </a:lvl2pPr>
            <a:lvl3pPr algn="l">
              <a:defRPr sz="1650" b="1">
                <a:solidFill>
                  <a:srgbClr val="164A3A"/>
                </a:solidFill>
                <a:latin typeface="Arial"/>
                <a:ea typeface="Arial"/>
                <a:cs typeface="Arial"/>
              </a:defRPr>
            </a:lvl3pPr>
            <a:lvl4pPr algn="l">
              <a:defRPr sz="1650" b="1">
                <a:solidFill>
                  <a:srgbClr val="164A3A"/>
                </a:solidFill>
                <a:latin typeface="Arial"/>
                <a:ea typeface="Arial"/>
                <a:cs typeface="Arial"/>
              </a:defRPr>
            </a:lvl4pPr>
            <a:lvl5pPr algn="l">
              <a:defRPr sz="1650" b="1">
                <a:solidFill>
                  <a:srgbClr val="164A3A"/>
                </a:solidFill>
                <a:latin typeface="Arial"/>
                <a:ea typeface="Arial"/>
                <a:cs typeface="Arial"/>
              </a:defRPr>
            </a:lvl5pPr>
            <a:lvl6pPr algn="l">
              <a:defRPr sz="1650" b="1">
                <a:solidFill>
                  <a:srgbClr val="164A3A"/>
                </a:solidFill>
                <a:latin typeface="Arial"/>
                <a:ea typeface="Arial"/>
                <a:cs typeface="Arial"/>
              </a:defRPr>
            </a:lvl6pPr>
            <a:lvl7pPr algn="l">
              <a:defRPr sz="1650" b="1">
                <a:solidFill>
                  <a:srgbClr val="164A3A"/>
                </a:solidFill>
                <a:latin typeface="Arial"/>
                <a:ea typeface="Arial"/>
                <a:cs typeface="Arial"/>
              </a:defRPr>
            </a:lvl7pPr>
            <a:lvl8pPr algn="l">
              <a:defRPr sz="1650" b="1">
                <a:solidFill>
                  <a:srgbClr val="164A3A"/>
                </a:solidFill>
                <a:latin typeface="Arial"/>
                <a:ea typeface="Arial"/>
                <a:cs typeface="Arial"/>
              </a:defRPr>
            </a:lvl8pPr>
            <a:lvl9pPr algn="l">
              <a:defRPr sz="1650" b="1">
                <a:solidFill>
                  <a:srgbClr val="164A3A"/>
                </a:solidFill>
                <a:latin typeface="Arial"/>
                <a:ea typeface="Arial"/>
                <a:cs typeface="Arial"/>
              </a:defRPr>
            </a:lvl9pPr>
          </a:lstStyle>
          <a:p xmlns:a="http://schemas.openxmlformats.org/drawingml/2006/main">
            <a:pPr algn="l">
              <a:defRPr sz="1650" b="1">
                <a:solidFill>
                  <a:srgbClr val="164A3A"/>
                </a:solidFill>
                <a:latin typeface="Arial"/>
                <a:ea typeface="Arial"/>
                <a:cs typeface="Arial"/>
              </a:defRPr>
            </a:pPr>
            <a:r>
              <a:rPr sz="1650" b="1">
                <a:solidFill>
                  <a:srgbClr val="164A3A"/>
                </a:solidFill>
                <a:latin typeface="Arial"/>
                <a:ea typeface="Arial"/>
                <a:cs typeface="Arial"/>
              </a:rPr>
              <a:t>complaint_category</a:t>
            </a:r>
          </a:p>
        </p:txBody>
      </p:sp>
      <p:sp>
        <p:nvSpPr>
          <p:cNvPr id="24" name="rel-item-2-1">
            <a:extLst xmlns:a="http://schemas.openxmlformats.org/drawingml/2006/main">
              <a:ext uri="{FF2B5EF4-FFF2-40B4-BE49-F238E27FC236}">
                <a16:creationId xmlns:a16="http://schemas.microsoft.com/office/drawing/2014/main" id="{7BCF55E5-6EB2-4072-9D82-2F6FACDEFEC0}"/>
              </a:ext>
            </a:extLst>
          </p:cNvPr>
          <p:cNvSpPr>
            <a:spLocks xmlns:a="http://schemas.openxmlformats.org/drawingml/2006/main" noGrp="1"/>
          </p:cNvSpPr>
          <p:nvPr/>
        </p:nvSpPr>
        <p:spPr>
          <a:xfrm xmlns:a="http://schemas.openxmlformats.org/drawingml/2006/main">
            <a:off x="8229600" y="2809875"/>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complaint</a:t>
            </a:r>
          </a:p>
        </p:txBody>
      </p:sp>
      <p:sp>
        <p:nvSpPr>
          <p:cNvPr id="25" name="rel-item-2-2">
            <a:extLst xmlns:a="http://schemas.openxmlformats.org/drawingml/2006/main">
              <a:ext uri="{FF2B5EF4-FFF2-40B4-BE49-F238E27FC236}">
                <a16:creationId xmlns:a16="http://schemas.microsoft.com/office/drawing/2014/main" id="{A78B117F-4423-4434-91D1-75AFF57EF19E}"/>
              </a:ext>
            </a:extLst>
          </p:cNvPr>
          <p:cNvSpPr>
            <a:spLocks xmlns:a="http://schemas.openxmlformats.org/drawingml/2006/main" noGrp="1"/>
          </p:cNvSpPr>
          <p:nvPr/>
        </p:nvSpPr>
        <p:spPr>
          <a:xfrm xmlns:a="http://schemas.openxmlformats.org/drawingml/2006/main">
            <a:off x="8229600" y="32194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complaint_log</a:t>
            </a:r>
          </a:p>
        </p:txBody>
      </p:sp>
      <p:sp>
        <p:nvSpPr>
          <p:cNvPr id="26" name="rel-item-2-3">
            <a:extLst xmlns:a="http://schemas.openxmlformats.org/drawingml/2006/main">
              <a:ext uri="{FF2B5EF4-FFF2-40B4-BE49-F238E27FC236}">
                <a16:creationId xmlns:a16="http://schemas.microsoft.com/office/drawing/2014/main" id="{FD058BE8-D1D5-48E7-AA23-C003ECA88AD2}"/>
              </a:ext>
            </a:extLst>
          </p:cNvPr>
          <p:cNvSpPr>
            <a:spLocks xmlns:a="http://schemas.openxmlformats.org/drawingml/2006/main" noGrp="1"/>
          </p:cNvSpPr>
          <p:nvPr/>
        </p:nvSpPr>
        <p:spPr>
          <a:xfrm xmlns:a="http://schemas.openxmlformats.org/drawingml/2006/main">
            <a:off x="8229600" y="3629025"/>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4A3A"/>
                </a:solidFill>
                <a:latin typeface="Arial"/>
                <a:ea typeface="Arial"/>
                <a:cs typeface="Arial"/>
              </a:defRPr>
            </a:defPPr>
            <a:lvl1pPr algn="l">
              <a:defRPr sz="1650" b="0">
                <a:solidFill>
                  <a:srgbClr val="164A3A"/>
                </a:solidFill>
                <a:latin typeface="Arial"/>
                <a:ea typeface="Arial"/>
                <a:cs typeface="Arial"/>
              </a:defRPr>
            </a:lvl1pPr>
            <a:lvl2pPr algn="l">
              <a:defRPr sz="1650" b="0">
                <a:solidFill>
                  <a:srgbClr val="164A3A"/>
                </a:solidFill>
                <a:latin typeface="Arial"/>
                <a:ea typeface="Arial"/>
                <a:cs typeface="Arial"/>
              </a:defRPr>
            </a:lvl2pPr>
            <a:lvl3pPr algn="l">
              <a:defRPr sz="1650" b="0">
                <a:solidFill>
                  <a:srgbClr val="164A3A"/>
                </a:solidFill>
                <a:latin typeface="Arial"/>
                <a:ea typeface="Arial"/>
                <a:cs typeface="Arial"/>
              </a:defRPr>
            </a:lvl3pPr>
            <a:lvl4pPr algn="l">
              <a:defRPr sz="1650" b="0">
                <a:solidFill>
                  <a:srgbClr val="164A3A"/>
                </a:solidFill>
                <a:latin typeface="Arial"/>
                <a:ea typeface="Arial"/>
                <a:cs typeface="Arial"/>
              </a:defRPr>
            </a:lvl4pPr>
            <a:lvl5pPr algn="l">
              <a:defRPr sz="1650" b="0">
                <a:solidFill>
                  <a:srgbClr val="164A3A"/>
                </a:solidFill>
                <a:latin typeface="Arial"/>
                <a:ea typeface="Arial"/>
                <a:cs typeface="Arial"/>
              </a:defRPr>
            </a:lvl5pPr>
            <a:lvl6pPr algn="l">
              <a:defRPr sz="1650" b="0">
                <a:solidFill>
                  <a:srgbClr val="164A3A"/>
                </a:solidFill>
                <a:latin typeface="Arial"/>
                <a:ea typeface="Arial"/>
                <a:cs typeface="Arial"/>
              </a:defRPr>
            </a:lvl6pPr>
            <a:lvl7pPr algn="l">
              <a:defRPr sz="1650" b="0">
                <a:solidFill>
                  <a:srgbClr val="164A3A"/>
                </a:solidFill>
                <a:latin typeface="Arial"/>
                <a:ea typeface="Arial"/>
                <a:cs typeface="Arial"/>
              </a:defRPr>
            </a:lvl7pPr>
            <a:lvl8pPr algn="l">
              <a:defRPr sz="1650" b="0">
                <a:solidFill>
                  <a:srgbClr val="164A3A"/>
                </a:solidFill>
                <a:latin typeface="Arial"/>
                <a:ea typeface="Arial"/>
                <a:cs typeface="Arial"/>
              </a:defRPr>
            </a:lvl8pPr>
            <a:lvl9pPr algn="l">
              <a:defRPr sz="1650" b="0">
                <a:solidFill>
                  <a:srgbClr val="164A3A"/>
                </a:solidFill>
                <a:latin typeface="Arial"/>
                <a:ea typeface="Arial"/>
                <a:cs typeface="Arial"/>
              </a:defRPr>
            </a:lvl9pPr>
          </a:lstStyle>
          <a:p xmlns:a="http://schemas.openxmlformats.org/drawingml/2006/main">
            <a:pPr algn="l">
              <a:defRPr sz="1650" b="0">
                <a:solidFill>
                  <a:srgbClr val="164A3A"/>
                </a:solidFill>
                <a:latin typeface="Arial"/>
                <a:ea typeface="Arial"/>
                <a:cs typeface="Arial"/>
              </a:defRPr>
            </a:pPr>
            <a:r>
              <a:rPr sz="1650" b="0">
                <a:solidFill>
                  <a:srgbClr val="164A3A"/>
                </a:solidFill>
                <a:latin typeface="Arial"/>
                <a:ea typeface="Arial"/>
                <a:cs typeface="Arial"/>
              </a:rPr>
              <a:t>feedback</a:t>
            </a:r>
          </a:p>
        </p:txBody>
      </p:sp>
      <p:sp>
        <p:nvSpPr>
          <p:cNvPr id="27" name="rel-divider-a">
            <a:extLst xmlns:a="http://schemas.openxmlformats.org/drawingml/2006/main">
              <a:ext uri="{FF2B5EF4-FFF2-40B4-BE49-F238E27FC236}">
                <a16:creationId xmlns:a16="http://schemas.microsoft.com/office/drawing/2014/main" id="{0B5CE23D-5596-473C-B9DB-360BED2EE8F9}"/>
              </a:ext>
            </a:extLst>
          </p:cNvPr>
          <p:cNvSpPr>
            <a:spLocks xmlns:a="http://schemas.openxmlformats.org/drawingml/2006/main" noGrp="1"/>
          </p:cNvSpPr>
          <p:nvPr/>
        </p:nvSpPr>
        <p:spPr>
          <a:xfrm xmlns:a="http://schemas.openxmlformats.org/drawingml/2006/main">
            <a:off x="4257675" y="1847850"/>
            <a:ext cx="19050" cy="25717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8" name="rel-divider-b">
            <a:extLst xmlns:a="http://schemas.openxmlformats.org/drawingml/2006/main">
              <a:ext uri="{FF2B5EF4-FFF2-40B4-BE49-F238E27FC236}">
                <a16:creationId xmlns:a16="http://schemas.microsoft.com/office/drawing/2014/main" id="{B2EB3AA8-CB8D-45BA-B8A4-8F09861F20C6}"/>
              </a:ext>
            </a:extLst>
          </p:cNvPr>
          <p:cNvSpPr>
            <a:spLocks xmlns:a="http://schemas.openxmlformats.org/drawingml/2006/main" noGrp="1"/>
          </p:cNvSpPr>
          <p:nvPr/>
        </p:nvSpPr>
        <p:spPr>
          <a:xfrm xmlns:a="http://schemas.openxmlformats.org/drawingml/2006/main">
            <a:off x="7972425" y="1847850"/>
            <a:ext cx="19050" cy="25717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9" name="rel-lower-rule">
            <a:extLst xmlns:a="http://schemas.openxmlformats.org/drawingml/2006/main">
              <a:ext uri="{FF2B5EF4-FFF2-40B4-BE49-F238E27FC236}">
                <a16:creationId xmlns:a16="http://schemas.microsoft.com/office/drawing/2014/main" id="{85BA3DE0-1175-4F48-9A24-10A07ED27828}"/>
              </a:ext>
            </a:extLst>
          </p:cNvPr>
          <p:cNvSpPr>
            <a:spLocks xmlns:a="http://schemas.openxmlformats.org/drawingml/2006/main" noGrp="1"/>
          </p:cNvSpPr>
          <p:nvPr/>
        </p:nvSpPr>
        <p:spPr>
          <a:xfrm xmlns:a="http://schemas.openxmlformats.org/drawingml/2006/main">
            <a:off x="800100" y="4591050"/>
            <a:ext cx="10668000" cy="190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30" name="rel-example-head">
            <a:extLst xmlns:a="http://schemas.openxmlformats.org/drawingml/2006/main">
              <a:ext uri="{FF2B5EF4-FFF2-40B4-BE49-F238E27FC236}">
                <a16:creationId xmlns:a16="http://schemas.microsoft.com/office/drawing/2014/main" id="{1C2F51DA-5DB3-40D3-B722-76F621C9133F}"/>
              </a:ext>
            </a:extLst>
          </p:cNvPr>
          <p:cNvSpPr>
            <a:spLocks xmlns:a="http://schemas.openxmlformats.org/drawingml/2006/main" noGrp="1"/>
          </p:cNvSpPr>
          <p:nvPr/>
        </p:nvSpPr>
        <p:spPr>
          <a:xfrm xmlns:a="http://schemas.openxmlformats.org/drawingml/2006/main">
            <a:off x="800100" y="4800600"/>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64A3A"/>
                </a:solidFill>
                <a:latin typeface="Arial"/>
                <a:ea typeface="Arial"/>
                <a:cs typeface="Arial"/>
              </a:defRPr>
            </a:defPPr>
            <a:lvl1pPr algn="l">
              <a:defRPr sz="1800" b="1">
                <a:solidFill>
                  <a:srgbClr val="164A3A"/>
                </a:solidFill>
                <a:latin typeface="Arial"/>
                <a:ea typeface="Arial"/>
                <a:cs typeface="Arial"/>
              </a:defRPr>
            </a:lvl1pPr>
            <a:lvl2pPr algn="l">
              <a:defRPr sz="1800" b="1">
                <a:solidFill>
                  <a:srgbClr val="164A3A"/>
                </a:solidFill>
                <a:latin typeface="Arial"/>
                <a:ea typeface="Arial"/>
                <a:cs typeface="Arial"/>
              </a:defRPr>
            </a:lvl2pPr>
            <a:lvl3pPr algn="l">
              <a:defRPr sz="1800" b="1">
                <a:solidFill>
                  <a:srgbClr val="164A3A"/>
                </a:solidFill>
                <a:latin typeface="Arial"/>
                <a:ea typeface="Arial"/>
                <a:cs typeface="Arial"/>
              </a:defRPr>
            </a:lvl3pPr>
            <a:lvl4pPr algn="l">
              <a:defRPr sz="1800" b="1">
                <a:solidFill>
                  <a:srgbClr val="164A3A"/>
                </a:solidFill>
                <a:latin typeface="Arial"/>
                <a:ea typeface="Arial"/>
                <a:cs typeface="Arial"/>
              </a:defRPr>
            </a:lvl4pPr>
            <a:lvl5pPr algn="l">
              <a:defRPr sz="1800" b="1">
                <a:solidFill>
                  <a:srgbClr val="164A3A"/>
                </a:solidFill>
                <a:latin typeface="Arial"/>
                <a:ea typeface="Arial"/>
                <a:cs typeface="Arial"/>
              </a:defRPr>
            </a:lvl5pPr>
            <a:lvl6pPr algn="l">
              <a:defRPr sz="1800" b="1">
                <a:solidFill>
                  <a:srgbClr val="164A3A"/>
                </a:solidFill>
                <a:latin typeface="Arial"/>
                <a:ea typeface="Arial"/>
                <a:cs typeface="Arial"/>
              </a:defRPr>
            </a:lvl6pPr>
            <a:lvl7pPr algn="l">
              <a:defRPr sz="1800" b="1">
                <a:solidFill>
                  <a:srgbClr val="164A3A"/>
                </a:solidFill>
                <a:latin typeface="Arial"/>
                <a:ea typeface="Arial"/>
                <a:cs typeface="Arial"/>
              </a:defRPr>
            </a:lvl7pPr>
            <a:lvl8pPr algn="l">
              <a:defRPr sz="1800" b="1">
                <a:solidFill>
                  <a:srgbClr val="164A3A"/>
                </a:solidFill>
                <a:latin typeface="Arial"/>
                <a:ea typeface="Arial"/>
                <a:cs typeface="Arial"/>
              </a:defRPr>
            </a:lvl8pPr>
            <a:lvl9pPr algn="l">
              <a:defRPr sz="1800" b="1">
                <a:solidFill>
                  <a:srgbClr val="164A3A"/>
                </a:solidFill>
                <a:latin typeface="Arial"/>
                <a:ea typeface="Arial"/>
                <a:cs typeface="Arial"/>
              </a:defRPr>
            </a:lvl9pPr>
          </a:lstStyle>
          <a:p xmlns:a="http://schemas.openxmlformats.org/drawingml/2006/main">
            <a:pPr algn="l">
              <a:defRPr sz="1800" b="1">
                <a:solidFill>
                  <a:srgbClr val="164A3A"/>
                </a:solidFill>
                <a:latin typeface="Arial"/>
                <a:ea typeface="Arial"/>
                <a:cs typeface="Arial"/>
              </a:defRPr>
            </a:pPr>
            <a:r>
              <a:rPr sz="1800" b="1">
                <a:solidFill>
                  <a:srgbClr val="164A3A"/>
                </a:solidFill>
                <a:latin typeface="Arial"/>
                <a:ea typeface="Arial"/>
                <a:cs typeface="Arial"/>
              </a:rPr>
              <a:t>Key relationships in the physical model</a:t>
            </a:r>
          </a:p>
        </p:txBody>
      </p:sp>
      <p:sp>
        <p:nvSpPr>
          <p:cNvPr id="31" name="rel-example-one">
            <a:extLst xmlns:a="http://schemas.openxmlformats.org/drawingml/2006/main">
              <a:ext uri="{FF2B5EF4-FFF2-40B4-BE49-F238E27FC236}">
                <a16:creationId xmlns:a16="http://schemas.microsoft.com/office/drawing/2014/main" id="{B4F1C5C6-114D-4A58-AD44-CBC5C031013D}"/>
              </a:ext>
            </a:extLst>
          </p:cNvPr>
          <p:cNvSpPr>
            <a:spLocks xmlns:a="http://schemas.openxmlformats.org/drawingml/2006/main" noGrp="1"/>
          </p:cNvSpPr>
          <p:nvPr/>
        </p:nvSpPr>
        <p:spPr>
          <a:xfrm xmlns:a="http://schemas.openxmlformats.org/drawingml/2006/main">
            <a:off x="857250" y="527685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student.student_id  →  users.user_id</a:t>
            </a:r>
          </a:p>
        </p:txBody>
      </p:sp>
      <p:sp>
        <p:nvSpPr>
          <p:cNvPr id="32" name="rel-example-two">
            <a:extLst xmlns:a="http://schemas.openxmlformats.org/drawingml/2006/main">
              <a:ext uri="{FF2B5EF4-FFF2-40B4-BE49-F238E27FC236}">
                <a16:creationId xmlns:a16="http://schemas.microsoft.com/office/drawing/2014/main" id="{51C95E93-8432-4722-9534-C45472065CCC}"/>
              </a:ext>
            </a:extLst>
          </p:cNvPr>
          <p:cNvSpPr>
            <a:spLocks xmlns:a="http://schemas.openxmlformats.org/drawingml/2006/main" noGrp="1"/>
          </p:cNvSpPr>
          <p:nvPr/>
        </p:nvSpPr>
        <p:spPr>
          <a:xfrm xmlns:a="http://schemas.openxmlformats.org/drawingml/2006/main">
            <a:off x="857250" y="5638800"/>
            <a:ext cx="561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room_allocation.student_id  →  student.student_id</a:t>
            </a:r>
          </a:p>
        </p:txBody>
      </p:sp>
      <p:sp>
        <p:nvSpPr>
          <p:cNvPr id="33" name="rel-example-three">
            <a:extLst xmlns:a="http://schemas.openxmlformats.org/drawingml/2006/main">
              <a:ext uri="{FF2B5EF4-FFF2-40B4-BE49-F238E27FC236}">
                <a16:creationId xmlns:a16="http://schemas.microsoft.com/office/drawing/2014/main" id="{A849F846-AB30-44F0-9C94-99FFB4FEABA0}"/>
              </a:ext>
            </a:extLst>
          </p:cNvPr>
          <p:cNvSpPr>
            <a:spLocks xmlns:a="http://schemas.openxmlformats.org/drawingml/2006/main" noGrp="1"/>
          </p:cNvSpPr>
          <p:nvPr/>
        </p:nvSpPr>
        <p:spPr>
          <a:xfrm xmlns:a="http://schemas.openxmlformats.org/drawingml/2006/main">
            <a:off x="857250" y="6000750"/>
            <a:ext cx="638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complaint.assigned_staff_id  →  maintenance_staff.staff_id</a:t>
            </a:r>
          </a:p>
        </p:txBody>
      </p:sp>
      <p:sp>
        <p:nvSpPr>
          <p:cNvPr id="34" name="rel-pk-key">
            <a:extLst xmlns:a="http://schemas.openxmlformats.org/drawingml/2006/main">
              <a:ext uri="{FF2B5EF4-FFF2-40B4-BE49-F238E27FC236}">
                <a16:creationId xmlns:a16="http://schemas.microsoft.com/office/drawing/2014/main" id="{1EA8A295-A715-4E89-B171-823A333119CF}"/>
              </a:ext>
            </a:extLst>
          </p:cNvPr>
          <p:cNvSpPr>
            <a:spLocks xmlns:a="http://schemas.openxmlformats.org/drawingml/2006/main" noGrp="1"/>
          </p:cNvSpPr>
          <p:nvPr/>
        </p:nvSpPr>
        <p:spPr>
          <a:xfrm xmlns:a="http://schemas.openxmlformats.org/drawingml/2006/main">
            <a:off x="7667625" y="5219700"/>
            <a:ext cx="247650" cy="24765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35" name="rel-pk-label">
            <a:extLst xmlns:a="http://schemas.openxmlformats.org/drawingml/2006/main">
              <a:ext uri="{FF2B5EF4-FFF2-40B4-BE49-F238E27FC236}">
                <a16:creationId xmlns:a16="http://schemas.microsoft.com/office/drawing/2014/main" id="{2139B4C9-FA70-4E62-BCDC-F0C5C735944C}"/>
              </a:ext>
            </a:extLst>
          </p:cNvPr>
          <p:cNvSpPr>
            <a:spLocks xmlns:a="http://schemas.openxmlformats.org/drawingml/2006/main" noGrp="1"/>
          </p:cNvSpPr>
          <p:nvPr/>
        </p:nvSpPr>
        <p:spPr>
          <a:xfrm xmlns:a="http://schemas.openxmlformats.org/drawingml/2006/main">
            <a:off x="8039100" y="52006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8312A"/>
                </a:solidFill>
                <a:latin typeface="Arial"/>
                <a:ea typeface="Arial"/>
                <a:cs typeface="Arial"/>
              </a:defRPr>
            </a:defPPr>
            <a:lvl1pPr algn="l">
              <a:defRPr sz="1275" b="0">
                <a:solidFill>
                  <a:srgbClr val="18312A"/>
                </a:solidFill>
                <a:latin typeface="Arial"/>
                <a:ea typeface="Arial"/>
                <a:cs typeface="Arial"/>
              </a:defRPr>
            </a:lvl1pPr>
            <a:lvl2pPr algn="l">
              <a:defRPr sz="1275" b="0">
                <a:solidFill>
                  <a:srgbClr val="18312A"/>
                </a:solidFill>
                <a:latin typeface="Arial"/>
                <a:ea typeface="Arial"/>
                <a:cs typeface="Arial"/>
              </a:defRPr>
            </a:lvl2pPr>
            <a:lvl3pPr algn="l">
              <a:defRPr sz="1275" b="0">
                <a:solidFill>
                  <a:srgbClr val="18312A"/>
                </a:solidFill>
                <a:latin typeface="Arial"/>
                <a:ea typeface="Arial"/>
                <a:cs typeface="Arial"/>
              </a:defRPr>
            </a:lvl3pPr>
            <a:lvl4pPr algn="l">
              <a:defRPr sz="1275" b="0">
                <a:solidFill>
                  <a:srgbClr val="18312A"/>
                </a:solidFill>
                <a:latin typeface="Arial"/>
                <a:ea typeface="Arial"/>
                <a:cs typeface="Arial"/>
              </a:defRPr>
            </a:lvl4pPr>
            <a:lvl5pPr algn="l">
              <a:defRPr sz="1275" b="0">
                <a:solidFill>
                  <a:srgbClr val="18312A"/>
                </a:solidFill>
                <a:latin typeface="Arial"/>
                <a:ea typeface="Arial"/>
                <a:cs typeface="Arial"/>
              </a:defRPr>
            </a:lvl5pPr>
            <a:lvl6pPr algn="l">
              <a:defRPr sz="1275" b="0">
                <a:solidFill>
                  <a:srgbClr val="18312A"/>
                </a:solidFill>
                <a:latin typeface="Arial"/>
                <a:ea typeface="Arial"/>
                <a:cs typeface="Arial"/>
              </a:defRPr>
            </a:lvl6pPr>
            <a:lvl7pPr algn="l">
              <a:defRPr sz="1275" b="0">
                <a:solidFill>
                  <a:srgbClr val="18312A"/>
                </a:solidFill>
                <a:latin typeface="Arial"/>
                <a:ea typeface="Arial"/>
                <a:cs typeface="Arial"/>
              </a:defRPr>
            </a:lvl7pPr>
            <a:lvl8pPr algn="l">
              <a:defRPr sz="1275" b="0">
                <a:solidFill>
                  <a:srgbClr val="18312A"/>
                </a:solidFill>
                <a:latin typeface="Arial"/>
                <a:ea typeface="Arial"/>
                <a:cs typeface="Arial"/>
              </a:defRPr>
            </a:lvl8pPr>
            <a:lvl9pPr algn="l">
              <a:defRPr sz="1275" b="0">
                <a:solidFill>
                  <a:srgbClr val="18312A"/>
                </a:solidFill>
                <a:latin typeface="Arial"/>
                <a:ea typeface="Arial"/>
                <a:cs typeface="Arial"/>
              </a:defRPr>
            </a:lvl9pPr>
          </a:lstStyle>
          <a:p xmlns:a="http://schemas.openxmlformats.org/drawingml/2006/main">
            <a:pPr algn="l">
              <a:defRPr sz="1275" b="0">
                <a:solidFill>
                  <a:srgbClr val="18312A"/>
                </a:solidFill>
                <a:latin typeface="Arial"/>
                <a:ea typeface="Arial"/>
                <a:cs typeface="Arial"/>
              </a:defRPr>
            </a:pPr>
            <a:r>
              <a:rPr sz="1275" b="0">
                <a:solidFill>
                  <a:srgbClr val="18312A"/>
                </a:solidFill>
                <a:latin typeface="Arial"/>
                <a:ea typeface="Arial"/>
                <a:cs typeface="Arial"/>
              </a:rPr>
              <a:t>PK = primary key</a:t>
            </a:r>
          </a:p>
        </p:txBody>
      </p:sp>
      <p:sp>
        <p:nvSpPr>
          <p:cNvPr id="36" name="rel-fk-key">
            <a:extLst xmlns:a="http://schemas.openxmlformats.org/drawingml/2006/main">
              <a:ext uri="{FF2B5EF4-FFF2-40B4-BE49-F238E27FC236}">
                <a16:creationId xmlns:a16="http://schemas.microsoft.com/office/drawing/2014/main" id="{E7E9AC1A-7214-4D6D-B778-F3C1916B2CC1}"/>
              </a:ext>
            </a:extLst>
          </p:cNvPr>
          <p:cNvSpPr>
            <a:spLocks xmlns:a="http://schemas.openxmlformats.org/drawingml/2006/main" noGrp="1"/>
          </p:cNvSpPr>
          <p:nvPr/>
        </p:nvSpPr>
        <p:spPr>
          <a:xfrm xmlns:a="http://schemas.openxmlformats.org/drawingml/2006/main">
            <a:off x="7667625" y="5629275"/>
            <a:ext cx="247650" cy="247650"/>
          </a:xfrm>
          <a:prstGeom xmlns:a="http://schemas.openxmlformats.org/drawingml/2006/main" prst="rect">
            <a:avLst/>
          </a:prstGeom>
          <a:solidFill xmlns:a="http://schemas.openxmlformats.org/drawingml/2006/main">
            <a:srgbClr val="D89B55"/>
          </a:solidFill>
          <a:ln xmlns:a="http://schemas.openxmlformats.org/drawingml/2006/main" w="0">
            <a:noFill/>
            <a:prstDash val="solid"/>
          </a:ln>
        </p:spPr>
      </p:sp>
      <p:sp>
        <p:nvSpPr>
          <p:cNvPr id="37" name="rel-fk-label">
            <a:extLst xmlns:a="http://schemas.openxmlformats.org/drawingml/2006/main">
              <a:ext uri="{FF2B5EF4-FFF2-40B4-BE49-F238E27FC236}">
                <a16:creationId xmlns:a16="http://schemas.microsoft.com/office/drawing/2014/main" id="{47F6110E-6F9C-4335-9CB3-C39928CBDEE6}"/>
              </a:ext>
            </a:extLst>
          </p:cNvPr>
          <p:cNvSpPr>
            <a:spLocks xmlns:a="http://schemas.openxmlformats.org/drawingml/2006/main" noGrp="1"/>
          </p:cNvSpPr>
          <p:nvPr/>
        </p:nvSpPr>
        <p:spPr>
          <a:xfrm xmlns:a="http://schemas.openxmlformats.org/drawingml/2006/main">
            <a:off x="8039100" y="5610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8312A"/>
                </a:solidFill>
                <a:latin typeface="Arial"/>
                <a:ea typeface="Arial"/>
                <a:cs typeface="Arial"/>
              </a:defRPr>
            </a:defPPr>
            <a:lvl1pPr algn="l">
              <a:defRPr sz="1275" b="0">
                <a:solidFill>
                  <a:srgbClr val="18312A"/>
                </a:solidFill>
                <a:latin typeface="Arial"/>
                <a:ea typeface="Arial"/>
                <a:cs typeface="Arial"/>
              </a:defRPr>
            </a:lvl1pPr>
            <a:lvl2pPr algn="l">
              <a:defRPr sz="1275" b="0">
                <a:solidFill>
                  <a:srgbClr val="18312A"/>
                </a:solidFill>
                <a:latin typeface="Arial"/>
                <a:ea typeface="Arial"/>
                <a:cs typeface="Arial"/>
              </a:defRPr>
            </a:lvl2pPr>
            <a:lvl3pPr algn="l">
              <a:defRPr sz="1275" b="0">
                <a:solidFill>
                  <a:srgbClr val="18312A"/>
                </a:solidFill>
                <a:latin typeface="Arial"/>
                <a:ea typeface="Arial"/>
                <a:cs typeface="Arial"/>
              </a:defRPr>
            </a:lvl3pPr>
            <a:lvl4pPr algn="l">
              <a:defRPr sz="1275" b="0">
                <a:solidFill>
                  <a:srgbClr val="18312A"/>
                </a:solidFill>
                <a:latin typeface="Arial"/>
                <a:ea typeface="Arial"/>
                <a:cs typeface="Arial"/>
              </a:defRPr>
            </a:lvl4pPr>
            <a:lvl5pPr algn="l">
              <a:defRPr sz="1275" b="0">
                <a:solidFill>
                  <a:srgbClr val="18312A"/>
                </a:solidFill>
                <a:latin typeface="Arial"/>
                <a:ea typeface="Arial"/>
                <a:cs typeface="Arial"/>
              </a:defRPr>
            </a:lvl5pPr>
            <a:lvl6pPr algn="l">
              <a:defRPr sz="1275" b="0">
                <a:solidFill>
                  <a:srgbClr val="18312A"/>
                </a:solidFill>
                <a:latin typeface="Arial"/>
                <a:ea typeface="Arial"/>
                <a:cs typeface="Arial"/>
              </a:defRPr>
            </a:lvl6pPr>
            <a:lvl7pPr algn="l">
              <a:defRPr sz="1275" b="0">
                <a:solidFill>
                  <a:srgbClr val="18312A"/>
                </a:solidFill>
                <a:latin typeface="Arial"/>
                <a:ea typeface="Arial"/>
                <a:cs typeface="Arial"/>
              </a:defRPr>
            </a:lvl7pPr>
            <a:lvl8pPr algn="l">
              <a:defRPr sz="1275" b="0">
                <a:solidFill>
                  <a:srgbClr val="18312A"/>
                </a:solidFill>
                <a:latin typeface="Arial"/>
                <a:ea typeface="Arial"/>
                <a:cs typeface="Arial"/>
              </a:defRPr>
            </a:lvl8pPr>
            <a:lvl9pPr algn="l">
              <a:defRPr sz="1275" b="0">
                <a:solidFill>
                  <a:srgbClr val="18312A"/>
                </a:solidFill>
                <a:latin typeface="Arial"/>
                <a:ea typeface="Arial"/>
                <a:cs typeface="Arial"/>
              </a:defRPr>
            </a:lvl9pPr>
          </a:lstStyle>
          <a:p xmlns:a="http://schemas.openxmlformats.org/drawingml/2006/main">
            <a:pPr algn="l">
              <a:defRPr sz="1275" b="0">
                <a:solidFill>
                  <a:srgbClr val="18312A"/>
                </a:solidFill>
                <a:latin typeface="Arial"/>
                <a:ea typeface="Arial"/>
                <a:cs typeface="Arial"/>
              </a:defRPr>
            </a:pPr>
            <a:r>
              <a:rPr sz="1275" b="0">
                <a:solidFill>
                  <a:srgbClr val="18312A"/>
                </a:solidFill>
                <a:latin typeface="Arial"/>
                <a:ea typeface="Arial"/>
                <a:cs typeface="Arial"/>
              </a:rPr>
              <a:t>FK = foreign key</a:t>
            </a:r>
          </a:p>
        </p:txBody>
      </p:sp>
    </p:spTree>
    <p:extLst>
      <p:ext uri="{BB962C8B-B14F-4D97-AF65-F5344CB8AC3E}">
        <p14:creationId xmlns:p14="http://schemas.microsoft.com/office/powerpoint/2010/main" val="982619482"/>
      </p:ext>
    </p:extLst>
  </p:cSld>
</p:sld>
</file>

<file path=ppt/slides/slide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27" name="top-rule-5">
            <a:extLst xmlns:a="http://schemas.openxmlformats.org/drawingml/2006/main">
              <a:ext uri="{FF2B5EF4-FFF2-40B4-BE49-F238E27FC236}">
                <a16:creationId xmlns:a16="http://schemas.microsoft.com/office/drawing/2014/main" id="{6EF446E8-C29A-497C-B009-892B2C43EBC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5">
            <a:extLst xmlns:a="http://schemas.openxmlformats.org/drawingml/2006/main">
              <a:ext uri="{FF2B5EF4-FFF2-40B4-BE49-F238E27FC236}">
                <a16:creationId xmlns:a16="http://schemas.microsoft.com/office/drawing/2014/main" id="{1D568260-55BF-4580-8A51-419331B54D04}"/>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04  /  DATA QUALITY</a:t>
            </a:r>
          </a:p>
        </p:txBody>
      </p:sp>
      <p:sp>
        <p:nvSpPr>
          <p:cNvPr id="3" name="title-5">
            <a:extLst xmlns:a="http://schemas.openxmlformats.org/drawingml/2006/main">
              <a:ext uri="{FF2B5EF4-FFF2-40B4-BE49-F238E27FC236}">
                <a16:creationId xmlns:a16="http://schemas.microsoft.com/office/drawing/2014/main" id="{6C5AE21C-AA91-459E-BBCF-DA8F116823FC}"/>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Normalization: 1NF, 2NF, and 3NF</a:t>
            </a:r>
          </a:p>
        </p:txBody>
      </p:sp>
      <p:sp>
        <p:nvSpPr>
          <p:cNvPr id="4" name="subtitle-5">
            <a:extLst xmlns:a="http://schemas.openxmlformats.org/drawingml/2006/main">
              <a:ext uri="{FF2B5EF4-FFF2-40B4-BE49-F238E27FC236}">
                <a16:creationId xmlns:a16="http://schemas.microsoft.com/office/drawing/2014/main" id="{ED202626-14EC-4CE5-9DC5-BA585FB5E03A}"/>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Normalization limits duplicate facts and makes updates more consistent.</a:t>
            </a:r>
          </a:p>
        </p:txBody>
      </p:sp>
      <p:sp>
        <p:nvSpPr>
          <p:cNvPr id="5" name="header-rule-5">
            <a:extLst xmlns:a="http://schemas.openxmlformats.org/drawingml/2006/main">
              <a:ext uri="{FF2B5EF4-FFF2-40B4-BE49-F238E27FC236}">
                <a16:creationId xmlns:a16="http://schemas.microsoft.com/office/drawing/2014/main" id="{AC981798-4EC0-444F-8939-544885E9B2EE}"/>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5">
            <a:extLst xmlns:a="http://schemas.openxmlformats.org/drawingml/2006/main">
              <a:ext uri="{FF2B5EF4-FFF2-40B4-BE49-F238E27FC236}">
                <a16:creationId xmlns:a16="http://schemas.microsoft.com/office/drawing/2014/main" id="{A2B1E1B0-8DD4-4DFB-814F-FDD5C5E4EABE}"/>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5">
            <a:extLst xmlns:a="http://schemas.openxmlformats.org/drawingml/2006/main">
              <a:ext uri="{FF2B5EF4-FFF2-40B4-BE49-F238E27FC236}">
                <a16:creationId xmlns:a16="http://schemas.microsoft.com/office/drawing/2014/main" id="{82D049BE-AB8E-454F-BFE3-904C2EC7167E}"/>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05</a:t>
            </a:r>
          </a:p>
        </p:txBody>
      </p:sp>
      <p:sp>
        <p:nvSpPr>
          <p:cNvPr id="8" name="norm-num-0">
            <a:extLst xmlns:a="http://schemas.openxmlformats.org/drawingml/2006/main">
              <a:ext uri="{FF2B5EF4-FFF2-40B4-BE49-F238E27FC236}">
                <a16:creationId xmlns:a16="http://schemas.microsoft.com/office/drawing/2014/main" id="{BEFFBB74-8702-4EC0-887D-549BAA747064}"/>
              </a:ext>
            </a:extLst>
          </p:cNvPr>
          <p:cNvSpPr>
            <a:spLocks xmlns:a="http://schemas.openxmlformats.org/drawingml/2006/main" noGrp="1"/>
          </p:cNvSpPr>
          <p:nvPr/>
        </p:nvSpPr>
        <p:spPr>
          <a:xfrm xmlns:a="http://schemas.openxmlformats.org/drawingml/2006/main">
            <a:off x="800100" y="1952625"/>
            <a:ext cx="85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D89B55"/>
                </a:solidFill>
                <a:latin typeface="Arial"/>
                <a:ea typeface="Arial"/>
                <a:cs typeface="Arial"/>
              </a:defRPr>
            </a:defPPr>
            <a:lvl1pPr algn="l">
              <a:defRPr sz="4050" b="1">
                <a:solidFill>
                  <a:srgbClr val="D89B55"/>
                </a:solidFill>
                <a:latin typeface="Arial"/>
                <a:ea typeface="Arial"/>
                <a:cs typeface="Arial"/>
              </a:defRPr>
            </a:lvl1pPr>
            <a:lvl2pPr algn="l">
              <a:defRPr sz="4050" b="1">
                <a:solidFill>
                  <a:srgbClr val="D89B55"/>
                </a:solidFill>
                <a:latin typeface="Arial"/>
                <a:ea typeface="Arial"/>
                <a:cs typeface="Arial"/>
              </a:defRPr>
            </a:lvl2pPr>
            <a:lvl3pPr algn="l">
              <a:defRPr sz="4050" b="1">
                <a:solidFill>
                  <a:srgbClr val="D89B55"/>
                </a:solidFill>
                <a:latin typeface="Arial"/>
                <a:ea typeface="Arial"/>
                <a:cs typeface="Arial"/>
              </a:defRPr>
            </a:lvl3pPr>
            <a:lvl4pPr algn="l">
              <a:defRPr sz="4050" b="1">
                <a:solidFill>
                  <a:srgbClr val="D89B55"/>
                </a:solidFill>
                <a:latin typeface="Arial"/>
                <a:ea typeface="Arial"/>
                <a:cs typeface="Arial"/>
              </a:defRPr>
            </a:lvl4pPr>
            <a:lvl5pPr algn="l">
              <a:defRPr sz="4050" b="1">
                <a:solidFill>
                  <a:srgbClr val="D89B55"/>
                </a:solidFill>
                <a:latin typeface="Arial"/>
                <a:ea typeface="Arial"/>
                <a:cs typeface="Arial"/>
              </a:defRPr>
            </a:lvl5pPr>
            <a:lvl6pPr algn="l">
              <a:defRPr sz="4050" b="1">
                <a:solidFill>
                  <a:srgbClr val="D89B55"/>
                </a:solidFill>
                <a:latin typeface="Arial"/>
                <a:ea typeface="Arial"/>
                <a:cs typeface="Arial"/>
              </a:defRPr>
            </a:lvl6pPr>
            <a:lvl7pPr algn="l">
              <a:defRPr sz="4050" b="1">
                <a:solidFill>
                  <a:srgbClr val="D89B55"/>
                </a:solidFill>
                <a:latin typeface="Arial"/>
                <a:ea typeface="Arial"/>
                <a:cs typeface="Arial"/>
              </a:defRPr>
            </a:lvl7pPr>
            <a:lvl8pPr algn="l">
              <a:defRPr sz="4050" b="1">
                <a:solidFill>
                  <a:srgbClr val="D89B55"/>
                </a:solidFill>
                <a:latin typeface="Arial"/>
                <a:ea typeface="Arial"/>
                <a:cs typeface="Arial"/>
              </a:defRPr>
            </a:lvl8pPr>
            <a:lvl9pPr algn="l">
              <a:defRPr sz="4050" b="1">
                <a:solidFill>
                  <a:srgbClr val="D89B55"/>
                </a:solidFill>
                <a:latin typeface="Arial"/>
                <a:ea typeface="Arial"/>
                <a:cs typeface="Arial"/>
              </a:defRPr>
            </a:lvl9pPr>
          </a:lstStyle>
          <a:p xmlns:a="http://schemas.openxmlformats.org/drawingml/2006/main">
            <a:pPr algn="l">
              <a:defRPr sz="4050" b="1">
                <a:solidFill>
                  <a:srgbClr val="D89B55"/>
                </a:solidFill>
                <a:latin typeface="Arial"/>
                <a:ea typeface="Arial"/>
                <a:cs typeface="Arial"/>
              </a:defRPr>
            </a:pPr>
            <a:r>
              <a:rPr sz="4050" b="1">
                <a:solidFill>
                  <a:srgbClr val="D89B55"/>
                </a:solidFill>
                <a:latin typeface="Arial"/>
                <a:ea typeface="Arial"/>
                <a:cs typeface="Arial"/>
              </a:rPr>
              <a:t>01</a:t>
            </a:r>
          </a:p>
        </p:txBody>
      </p:sp>
      <p:sp>
        <p:nvSpPr>
          <p:cNvPr id="9" name="norm-title-0">
            <a:extLst xmlns:a="http://schemas.openxmlformats.org/drawingml/2006/main">
              <a:ext uri="{FF2B5EF4-FFF2-40B4-BE49-F238E27FC236}">
                <a16:creationId xmlns:a16="http://schemas.microsoft.com/office/drawing/2014/main" id="{384AF775-02C5-46FB-B6BA-EA4EE888FDE0}"/>
              </a:ext>
            </a:extLst>
          </p:cNvPr>
          <p:cNvSpPr>
            <a:spLocks xmlns:a="http://schemas.openxmlformats.org/drawingml/2006/main" noGrp="1"/>
          </p:cNvSpPr>
          <p:nvPr/>
        </p:nvSpPr>
        <p:spPr>
          <a:xfrm xmlns:a="http://schemas.openxmlformats.org/drawingml/2006/main">
            <a:off x="800100" y="27241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64A3A"/>
                </a:solidFill>
                <a:latin typeface="Arial"/>
                <a:ea typeface="Arial"/>
                <a:cs typeface="Arial"/>
              </a:defRPr>
            </a:defPPr>
            <a:lvl1pPr algn="l">
              <a:defRPr sz="1875" b="1">
                <a:solidFill>
                  <a:srgbClr val="164A3A"/>
                </a:solidFill>
                <a:latin typeface="Arial"/>
                <a:ea typeface="Arial"/>
                <a:cs typeface="Arial"/>
              </a:defRPr>
            </a:lvl1pPr>
            <a:lvl2pPr algn="l">
              <a:defRPr sz="1875" b="1">
                <a:solidFill>
                  <a:srgbClr val="164A3A"/>
                </a:solidFill>
                <a:latin typeface="Arial"/>
                <a:ea typeface="Arial"/>
                <a:cs typeface="Arial"/>
              </a:defRPr>
            </a:lvl2pPr>
            <a:lvl3pPr algn="l">
              <a:defRPr sz="1875" b="1">
                <a:solidFill>
                  <a:srgbClr val="164A3A"/>
                </a:solidFill>
                <a:latin typeface="Arial"/>
                <a:ea typeface="Arial"/>
                <a:cs typeface="Arial"/>
              </a:defRPr>
            </a:lvl3pPr>
            <a:lvl4pPr algn="l">
              <a:defRPr sz="1875" b="1">
                <a:solidFill>
                  <a:srgbClr val="164A3A"/>
                </a:solidFill>
                <a:latin typeface="Arial"/>
                <a:ea typeface="Arial"/>
                <a:cs typeface="Arial"/>
              </a:defRPr>
            </a:lvl4pPr>
            <a:lvl5pPr algn="l">
              <a:defRPr sz="1875" b="1">
                <a:solidFill>
                  <a:srgbClr val="164A3A"/>
                </a:solidFill>
                <a:latin typeface="Arial"/>
                <a:ea typeface="Arial"/>
                <a:cs typeface="Arial"/>
              </a:defRPr>
            </a:lvl5pPr>
            <a:lvl6pPr algn="l">
              <a:defRPr sz="1875" b="1">
                <a:solidFill>
                  <a:srgbClr val="164A3A"/>
                </a:solidFill>
                <a:latin typeface="Arial"/>
                <a:ea typeface="Arial"/>
                <a:cs typeface="Arial"/>
              </a:defRPr>
            </a:lvl6pPr>
            <a:lvl7pPr algn="l">
              <a:defRPr sz="1875" b="1">
                <a:solidFill>
                  <a:srgbClr val="164A3A"/>
                </a:solidFill>
                <a:latin typeface="Arial"/>
                <a:ea typeface="Arial"/>
                <a:cs typeface="Arial"/>
              </a:defRPr>
            </a:lvl7pPr>
            <a:lvl8pPr algn="l">
              <a:defRPr sz="1875" b="1">
                <a:solidFill>
                  <a:srgbClr val="164A3A"/>
                </a:solidFill>
                <a:latin typeface="Arial"/>
                <a:ea typeface="Arial"/>
                <a:cs typeface="Arial"/>
              </a:defRPr>
            </a:lvl8pPr>
            <a:lvl9pPr algn="l">
              <a:defRPr sz="1875" b="1">
                <a:solidFill>
                  <a:srgbClr val="164A3A"/>
                </a:solidFill>
                <a:latin typeface="Arial"/>
                <a:ea typeface="Arial"/>
                <a:cs typeface="Arial"/>
              </a:defRPr>
            </a:lvl9pPr>
          </a:lstStyle>
          <a:p xmlns:a="http://schemas.openxmlformats.org/drawingml/2006/main">
            <a:pPr algn="l">
              <a:defRPr sz="1875" b="1">
                <a:solidFill>
                  <a:srgbClr val="164A3A"/>
                </a:solidFill>
                <a:latin typeface="Arial"/>
                <a:ea typeface="Arial"/>
                <a:cs typeface="Arial"/>
              </a:defRPr>
            </a:pPr>
            <a:r>
              <a:rPr sz="1875" b="1">
                <a:solidFill>
                  <a:srgbClr val="164A3A"/>
                </a:solidFill>
                <a:latin typeface="Arial"/>
                <a:ea typeface="Arial"/>
                <a:cs typeface="Arial"/>
              </a:rPr>
              <a:t>First normal form</a:t>
            </a:r>
          </a:p>
        </p:txBody>
      </p:sp>
      <p:sp>
        <p:nvSpPr>
          <p:cNvPr id="10" name="norm-rule-0">
            <a:extLst xmlns:a="http://schemas.openxmlformats.org/drawingml/2006/main">
              <a:ext uri="{FF2B5EF4-FFF2-40B4-BE49-F238E27FC236}">
                <a16:creationId xmlns:a16="http://schemas.microsoft.com/office/drawing/2014/main" id="{659304C3-61F9-479E-A50B-72550DC2D928}"/>
              </a:ext>
            </a:extLst>
          </p:cNvPr>
          <p:cNvSpPr>
            <a:spLocks xmlns:a="http://schemas.openxmlformats.org/drawingml/2006/main" noGrp="1"/>
          </p:cNvSpPr>
          <p:nvPr/>
        </p:nvSpPr>
        <p:spPr>
          <a:xfrm xmlns:a="http://schemas.openxmlformats.org/drawingml/2006/main">
            <a:off x="800100" y="3362325"/>
            <a:ext cx="3048000" cy="28575"/>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11" name="norm-short-0">
            <a:extLst xmlns:a="http://schemas.openxmlformats.org/drawingml/2006/main">
              <a:ext uri="{FF2B5EF4-FFF2-40B4-BE49-F238E27FC236}">
                <a16:creationId xmlns:a16="http://schemas.microsoft.com/office/drawing/2014/main" id="{7AED42AC-CCFB-4C54-9DA4-DC52771F0676}"/>
              </a:ext>
            </a:extLst>
          </p:cNvPr>
          <p:cNvSpPr>
            <a:spLocks xmlns:a="http://schemas.openxmlformats.org/drawingml/2006/main" noGrp="1"/>
          </p:cNvSpPr>
          <p:nvPr/>
        </p:nvSpPr>
        <p:spPr>
          <a:xfrm xmlns:a="http://schemas.openxmlformats.org/drawingml/2006/main">
            <a:off x="800100" y="35242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8312A"/>
                </a:solidFill>
                <a:latin typeface="Arial"/>
                <a:ea typeface="Arial"/>
                <a:cs typeface="Arial"/>
              </a:defRPr>
            </a:defPPr>
            <a:lvl1pPr algn="l">
              <a:defRPr sz="1500" b="1">
                <a:solidFill>
                  <a:srgbClr val="18312A"/>
                </a:solidFill>
                <a:latin typeface="Arial"/>
                <a:ea typeface="Arial"/>
                <a:cs typeface="Arial"/>
              </a:defRPr>
            </a:lvl1pPr>
            <a:lvl2pPr algn="l">
              <a:defRPr sz="1500" b="1">
                <a:solidFill>
                  <a:srgbClr val="18312A"/>
                </a:solidFill>
                <a:latin typeface="Arial"/>
                <a:ea typeface="Arial"/>
                <a:cs typeface="Arial"/>
              </a:defRPr>
            </a:lvl2pPr>
            <a:lvl3pPr algn="l">
              <a:defRPr sz="1500" b="1">
                <a:solidFill>
                  <a:srgbClr val="18312A"/>
                </a:solidFill>
                <a:latin typeface="Arial"/>
                <a:ea typeface="Arial"/>
                <a:cs typeface="Arial"/>
              </a:defRPr>
            </a:lvl3pPr>
            <a:lvl4pPr algn="l">
              <a:defRPr sz="1500" b="1">
                <a:solidFill>
                  <a:srgbClr val="18312A"/>
                </a:solidFill>
                <a:latin typeface="Arial"/>
                <a:ea typeface="Arial"/>
                <a:cs typeface="Arial"/>
              </a:defRPr>
            </a:lvl4pPr>
            <a:lvl5pPr algn="l">
              <a:defRPr sz="1500" b="1">
                <a:solidFill>
                  <a:srgbClr val="18312A"/>
                </a:solidFill>
                <a:latin typeface="Arial"/>
                <a:ea typeface="Arial"/>
                <a:cs typeface="Arial"/>
              </a:defRPr>
            </a:lvl5pPr>
            <a:lvl6pPr algn="l">
              <a:defRPr sz="1500" b="1">
                <a:solidFill>
                  <a:srgbClr val="18312A"/>
                </a:solidFill>
                <a:latin typeface="Arial"/>
                <a:ea typeface="Arial"/>
                <a:cs typeface="Arial"/>
              </a:defRPr>
            </a:lvl6pPr>
            <a:lvl7pPr algn="l">
              <a:defRPr sz="1500" b="1">
                <a:solidFill>
                  <a:srgbClr val="18312A"/>
                </a:solidFill>
                <a:latin typeface="Arial"/>
                <a:ea typeface="Arial"/>
                <a:cs typeface="Arial"/>
              </a:defRPr>
            </a:lvl7pPr>
            <a:lvl8pPr algn="l">
              <a:defRPr sz="1500" b="1">
                <a:solidFill>
                  <a:srgbClr val="18312A"/>
                </a:solidFill>
                <a:latin typeface="Arial"/>
                <a:ea typeface="Arial"/>
                <a:cs typeface="Arial"/>
              </a:defRPr>
            </a:lvl8pPr>
            <a:lvl9pPr algn="l">
              <a:defRPr sz="1500" b="1">
                <a:solidFill>
                  <a:srgbClr val="18312A"/>
                </a:solidFill>
                <a:latin typeface="Arial"/>
                <a:ea typeface="Arial"/>
                <a:cs typeface="Arial"/>
              </a:defRPr>
            </a:lvl9pPr>
          </a:lstStyle>
          <a:p xmlns:a="http://schemas.openxmlformats.org/drawingml/2006/main">
            <a:pPr algn="l">
              <a:defRPr sz="1500" b="1">
                <a:solidFill>
                  <a:srgbClr val="18312A"/>
                </a:solidFill>
                <a:latin typeface="Arial"/>
                <a:ea typeface="Arial"/>
                <a:cs typeface="Arial"/>
              </a:defRPr>
            </a:pPr>
            <a:r>
              <a:rPr sz="1500" b="1">
                <a:solidFill>
                  <a:srgbClr val="18312A"/>
                </a:solidFill>
                <a:latin typeface="Arial"/>
                <a:ea typeface="Arial"/>
                <a:cs typeface="Arial"/>
              </a:rPr>
              <a:t>Atomic values</a:t>
            </a:r>
          </a:p>
        </p:txBody>
      </p:sp>
      <p:sp>
        <p:nvSpPr>
          <p:cNvPr id="12" name="norm-example-0">
            <a:extLst xmlns:a="http://schemas.openxmlformats.org/drawingml/2006/main">
              <a:ext uri="{FF2B5EF4-FFF2-40B4-BE49-F238E27FC236}">
                <a16:creationId xmlns:a16="http://schemas.microsoft.com/office/drawing/2014/main" id="{C492C352-1F10-48D5-A852-9ECDA8236A9E}"/>
              </a:ext>
            </a:extLst>
          </p:cNvPr>
          <p:cNvSpPr>
            <a:spLocks xmlns:a="http://schemas.openxmlformats.org/drawingml/2006/main" noGrp="1"/>
          </p:cNvSpPr>
          <p:nvPr/>
        </p:nvSpPr>
        <p:spPr>
          <a:xfrm xmlns:a="http://schemas.openxmlformats.org/drawingml/2006/main">
            <a:off x="800100" y="3990975"/>
            <a:ext cx="304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4766E"/>
                </a:solidFill>
                <a:latin typeface="Arial"/>
                <a:ea typeface="Arial"/>
                <a:cs typeface="Arial"/>
              </a:defRPr>
            </a:defPPr>
            <a:lvl1pPr algn="l">
              <a:defRPr sz="1350" b="0">
                <a:solidFill>
                  <a:srgbClr val="64766E"/>
                </a:solidFill>
                <a:latin typeface="Arial"/>
                <a:ea typeface="Arial"/>
                <a:cs typeface="Arial"/>
              </a:defRPr>
            </a:lvl1pPr>
            <a:lvl2pPr algn="l">
              <a:defRPr sz="1350" b="0">
                <a:solidFill>
                  <a:srgbClr val="64766E"/>
                </a:solidFill>
                <a:latin typeface="Arial"/>
                <a:ea typeface="Arial"/>
                <a:cs typeface="Arial"/>
              </a:defRPr>
            </a:lvl2pPr>
            <a:lvl3pPr algn="l">
              <a:defRPr sz="1350" b="0">
                <a:solidFill>
                  <a:srgbClr val="64766E"/>
                </a:solidFill>
                <a:latin typeface="Arial"/>
                <a:ea typeface="Arial"/>
                <a:cs typeface="Arial"/>
              </a:defRPr>
            </a:lvl3pPr>
            <a:lvl4pPr algn="l">
              <a:defRPr sz="1350" b="0">
                <a:solidFill>
                  <a:srgbClr val="64766E"/>
                </a:solidFill>
                <a:latin typeface="Arial"/>
                <a:ea typeface="Arial"/>
                <a:cs typeface="Arial"/>
              </a:defRPr>
            </a:lvl4pPr>
            <a:lvl5pPr algn="l">
              <a:defRPr sz="1350" b="0">
                <a:solidFill>
                  <a:srgbClr val="64766E"/>
                </a:solidFill>
                <a:latin typeface="Arial"/>
                <a:ea typeface="Arial"/>
                <a:cs typeface="Arial"/>
              </a:defRPr>
            </a:lvl5pPr>
            <a:lvl6pPr algn="l">
              <a:defRPr sz="1350" b="0">
                <a:solidFill>
                  <a:srgbClr val="64766E"/>
                </a:solidFill>
                <a:latin typeface="Arial"/>
                <a:ea typeface="Arial"/>
                <a:cs typeface="Arial"/>
              </a:defRPr>
            </a:lvl6pPr>
            <a:lvl7pPr algn="l">
              <a:defRPr sz="1350" b="0">
                <a:solidFill>
                  <a:srgbClr val="64766E"/>
                </a:solidFill>
                <a:latin typeface="Arial"/>
                <a:ea typeface="Arial"/>
                <a:cs typeface="Arial"/>
              </a:defRPr>
            </a:lvl7pPr>
            <a:lvl8pPr algn="l">
              <a:defRPr sz="1350" b="0">
                <a:solidFill>
                  <a:srgbClr val="64766E"/>
                </a:solidFill>
                <a:latin typeface="Arial"/>
                <a:ea typeface="Arial"/>
                <a:cs typeface="Arial"/>
              </a:defRPr>
            </a:lvl8pPr>
            <a:lvl9pPr algn="l">
              <a:defRPr sz="1350" b="0">
                <a:solidFill>
                  <a:srgbClr val="64766E"/>
                </a:solidFill>
                <a:latin typeface="Arial"/>
                <a:ea typeface="Arial"/>
                <a:cs typeface="Arial"/>
              </a:defRPr>
            </a:lvl9pPr>
          </a:lstStyle>
          <a:p xmlns:a="http://schemas.openxmlformats.org/drawingml/2006/main">
            <a:pPr algn="l">
              <a:defRPr sz="1350" b="0">
                <a:solidFill>
                  <a:srgbClr val="64766E"/>
                </a:solidFill>
                <a:latin typeface="Arial"/>
                <a:ea typeface="Arial"/>
                <a:cs typeface="Arial"/>
              </a:defRPr>
            </a:pPr>
            <a:r>
              <a:rPr sz="1350" b="0">
                <a:solidFill>
                  <a:srgbClr val="64766E"/>
                </a:solidFill>
                <a:latin typeface="Arial"/>
                <a:ea typeface="Arial"/>
                <a:cs typeface="Arial"/>
              </a:rPr>
              <a:t>Phone numbers are not stored as a list in users. Each number has its own user_phone row.</a:t>
            </a:r>
          </a:p>
        </p:txBody>
      </p:sp>
      <p:sp>
        <p:nvSpPr>
          <p:cNvPr id="13" name="norm-num-1">
            <a:extLst xmlns:a="http://schemas.openxmlformats.org/drawingml/2006/main">
              <a:ext uri="{FF2B5EF4-FFF2-40B4-BE49-F238E27FC236}">
                <a16:creationId xmlns:a16="http://schemas.microsoft.com/office/drawing/2014/main" id="{8BADF0DD-6BEA-4329-B295-4FE2C8177147}"/>
              </a:ext>
            </a:extLst>
          </p:cNvPr>
          <p:cNvSpPr>
            <a:spLocks xmlns:a="http://schemas.openxmlformats.org/drawingml/2006/main" noGrp="1"/>
          </p:cNvSpPr>
          <p:nvPr/>
        </p:nvSpPr>
        <p:spPr>
          <a:xfrm xmlns:a="http://schemas.openxmlformats.org/drawingml/2006/main">
            <a:off x="4419600" y="1952625"/>
            <a:ext cx="85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D89B55"/>
                </a:solidFill>
                <a:latin typeface="Arial"/>
                <a:ea typeface="Arial"/>
                <a:cs typeface="Arial"/>
              </a:defRPr>
            </a:defPPr>
            <a:lvl1pPr algn="l">
              <a:defRPr sz="4050" b="1">
                <a:solidFill>
                  <a:srgbClr val="D89B55"/>
                </a:solidFill>
                <a:latin typeface="Arial"/>
                <a:ea typeface="Arial"/>
                <a:cs typeface="Arial"/>
              </a:defRPr>
            </a:lvl1pPr>
            <a:lvl2pPr algn="l">
              <a:defRPr sz="4050" b="1">
                <a:solidFill>
                  <a:srgbClr val="D89B55"/>
                </a:solidFill>
                <a:latin typeface="Arial"/>
                <a:ea typeface="Arial"/>
                <a:cs typeface="Arial"/>
              </a:defRPr>
            </a:lvl2pPr>
            <a:lvl3pPr algn="l">
              <a:defRPr sz="4050" b="1">
                <a:solidFill>
                  <a:srgbClr val="D89B55"/>
                </a:solidFill>
                <a:latin typeface="Arial"/>
                <a:ea typeface="Arial"/>
                <a:cs typeface="Arial"/>
              </a:defRPr>
            </a:lvl3pPr>
            <a:lvl4pPr algn="l">
              <a:defRPr sz="4050" b="1">
                <a:solidFill>
                  <a:srgbClr val="D89B55"/>
                </a:solidFill>
                <a:latin typeface="Arial"/>
                <a:ea typeface="Arial"/>
                <a:cs typeface="Arial"/>
              </a:defRPr>
            </a:lvl4pPr>
            <a:lvl5pPr algn="l">
              <a:defRPr sz="4050" b="1">
                <a:solidFill>
                  <a:srgbClr val="D89B55"/>
                </a:solidFill>
                <a:latin typeface="Arial"/>
                <a:ea typeface="Arial"/>
                <a:cs typeface="Arial"/>
              </a:defRPr>
            </a:lvl5pPr>
            <a:lvl6pPr algn="l">
              <a:defRPr sz="4050" b="1">
                <a:solidFill>
                  <a:srgbClr val="D89B55"/>
                </a:solidFill>
                <a:latin typeface="Arial"/>
                <a:ea typeface="Arial"/>
                <a:cs typeface="Arial"/>
              </a:defRPr>
            </a:lvl6pPr>
            <a:lvl7pPr algn="l">
              <a:defRPr sz="4050" b="1">
                <a:solidFill>
                  <a:srgbClr val="D89B55"/>
                </a:solidFill>
                <a:latin typeface="Arial"/>
                <a:ea typeface="Arial"/>
                <a:cs typeface="Arial"/>
              </a:defRPr>
            </a:lvl7pPr>
            <a:lvl8pPr algn="l">
              <a:defRPr sz="4050" b="1">
                <a:solidFill>
                  <a:srgbClr val="D89B55"/>
                </a:solidFill>
                <a:latin typeface="Arial"/>
                <a:ea typeface="Arial"/>
                <a:cs typeface="Arial"/>
              </a:defRPr>
            </a:lvl8pPr>
            <a:lvl9pPr algn="l">
              <a:defRPr sz="4050" b="1">
                <a:solidFill>
                  <a:srgbClr val="D89B55"/>
                </a:solidFill>
                <a:latin typeface="Arial"/>
                <a:ea typeface="Arial"/>
                <a:cs typeface="Arial"/>
              </a:defRPr>
            </a:lvl9pPr>
          </a:lstStyle>
          <a:p xmlns:a="http://schemas.openxmlformats.org/drawingml/2006/main">
            <a:pPr algn="l">
              <a:defRPr sz="4050" b="1">
                <a:solidFill>
                  <a:srgbClr val="D89B55"/>
                </a:solidFill>
                <a:latin typeface="Arial"/>
                <a:ea typeface="Arial"/>
                <a:cs typeface="Arial"/>
              </a:defRPr>
            </a:pPr>
            <a:r>
              <a:rPr sz="4050" b="1">
                <a:solidFill>
                  <a:srgbClr val="D89B55"/>
                </a:solidFill>
                <a:latin typeface="Arial"/>
                <a:ea typeface="Arial"/>
                <a:cs typeface="Arial"/>
              </a:rPr>
              <a:t>02</a:t>
            </a:r>
          </a:p>
        </p:txBody>
      </p:sp>
      <p:sp>
        <p:nvSpPr>
          <p:cNvPr id="14" name="norm-title-1">
            <a:extLst xmlns:a="http://schemas.openxmlformats.org/drawingml/2006/main">
              <a:ext uri="{FF2B5EF4-FFF2-40B4-BE49-F238E27FC236}">
                <a16:creationId xmlns:a16="http://schemas.microsoft.com/office/drawing/2014/main" id="{9F3A4C9C-A5F5-4E2C-9EC0-B10E5216D333}"/>
              </a:ext>
            </a:extLst>
          </p:cNvPr>
          <p:cNvSpPr>
            <a:spLocks xmlns:a="http://schemas.openxmlformats.org/drawingml/2006/main" noGrp="1"/>
          </p:cNvSpPr>
          <p:nvPr/>
        </p:nvSpPr>
        <p:spPr>
          <a:xfrm xmlns:a="http://schemas.openxmlformats.org/drawingml/2006/main">
            <a:off x="4419600" y="27241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64A3A"/>
                </a:solidFill>
                <a:latin typeface="Arial"/>
                <a:ea typeface="Arial"/>
                <a:cs typeface="Arial"/>
              </a:defRPr>
            </a:defPPr>
            <a:lvl1pPr algn="l">
              <a:defRPr sz="1875" b="1">
                <a:solidFill>
                  <a:srgbClr val="164A3A"/>
                </a:solidFill>
                <a:latin typeface="Arial"/>
                <a:ea typeface="Arial"/>
                <a:cs typeface="Arial"/>
              </a:defRPr>
            </a:lvl1pPr>
            <a:lvl2pPr algn="l">
              <a:defRPr sz="1875" b="1">
                <a:solidFill>
                  <a:srgbClr val="164A3A"/>
                </a:solidFill>
                <a:latin typeface="Arial"/>
                <a:ea typeface="Arial"/>
                <a:cs typeface="Arial"/>
              </a:defRPr>
            </a:lvl2pPr>
            <a:lvl3pPr algn="l">
              <a:defRPr sz="1875" b="1">
                <a:solidFill>
                  <a:srgbClr val="164A3A"/>
                </a:solidFill>
                <a:latin typeface="Arial"/>
                <a:ea typeface="Arial"/>
                <a:cs typeface="Arial"/>
              </a:defRPr>
            </a:lvl3pPr>
            <a:lvl4pPr algn="l">
              <a:defRPr sz="1875" b="1">
                <a:solidFill>
                  <a:srgbClr val="164A3A"/>
                </a:solidFill>
                <a:latin typeface="Arial"/>
                <a:ea typeface="Arial"/>
                <a:cs typeface="Arial"/>
              </a:defRPr>
            </a:lvl4pPr>
            <a:lvl5pPr algn="l">
              <a:defRPr sz="1875" b="1">
                <a:solidFill>
                  <a:srgbClr val="164A3A"/>
                </a:solidFill>
                <a:latin typeface="Arial"/>
                <a:ea typeface="Arial"/>
                <a:cs typeface="Arial"/>
              </a:defRPr>
            </a:lvl5pPr>
            <a:lvl6pPr algn="l">
              <a:defRPr sz="1875" b="1">
                <a:solidFill>
                  <a:srgbClr val="164A3A"/>
                </a:solidFill>
                <a:latin typeface="Arial"/>
                <a:ea typeface="Arial"/>
                <a:cs typeface="Arial"/>
              </a:defRPr>
            </a:lvl6pPr>
            <a:lvl7pPr algn="l">
              <a:defRPr sz="1875" b="1">
                <a:solidFill>
                  <a:srgbClr val="164A3A"/>
                </a:solidFill>
                <a:latin typeface="Arial"/>
                <a:ea typeface="Arial"/>
                <a:cs typeface="Arial"/>
              </a:defRPr>
            </a:lvl7pPr>
            <a:lvl8pPr algn="l">
              <a:defRPr sz="1875" b="1">
                <a:solidFill>
                  <a:srgbClr val="164A3A"/>
                </a:solidFill>
                <a:latin typeface="Arial"/>
                <a:ea typeface="Arial"/>
                <a:cs typeface="Arial"/>
              </a:defRPr>
            </a:lvl8pPr>
            <a:lvl9pPr algn="l">
              <a:defRPr sz="1875" b="1">
                <a:solidFill>
                  <a:srgbClr val="164A3A"/>
                </a:solidFill>
                <a:latin typeface="Arial"/>
                <a:ea typeface="Arial"/>
                <a:cs typeface="Arial"/>
              </a:defRPr>
            </a:lvl9pPr>
          </a:lstStyle>
          <a:p xmlns:a="http://schemas.openxmlformats.org/drawingml/2006/main">
            <a:pPr algn="l">
              <a:defRPr sz="1875" b="1">
                <a:solidFill>
                  <a:srgbClr val="164A3A"/>
                </a:solidFill>
                <a:latin typeface="Arial"/>
                <a:ea typeface="Arial"/>
                <a:cs typeface="Arial"/>
              </a:defRPr>
            </a:pPr>
            <a:r>
              <a:rPr sz="1875" b="1">
                <a:solidFill>
                  <a:srgbClr val="164A3A"/>
                </a:solidFill>
                <a:latin typeface="Arial"/>
                <a:ea typeface="Arial"/>
                <a:cs typeface="Arial"/>
              </a:rPr>
              <a:t>Second normal form</a:t>
            </a:r>
          </a:p>
        </p:txBody>
      </p:sp>
      <p:sp>
        <p:nvSpPr>
          <p:cNvPr id="15" name="norm-rule-1">
            <a:extLst xmlns:a="http://schemas.openxmlformats.org/drawingml/2006/main">
              <a:ext uri="{FF2B5EF4-FFF2-40B4-BE49-F238E27FC236}">
                <a16:creationId xmlns:a16="http://schemas.microsoft.com/office/drawing/2014/main" id="{D190B0CE-BA29-423F-8FC7-104F438CB980}"/>
              </a:ext>
            </a:extLst>
          </p:cNvPr>
          <p:cNvSpPr>
            <a:spLocks xmlns:a="http://schemas.openxmlformats.org/drawingml/2006/main" noGrp="1"/>
          </p:cNvSpPr>
          <p:nvPr/>
        </p:nvSpPr>
        <p:spPr>
          <a:xfrm xmlns:a="http://schemas.openxmlformats.org/drawingml/2006/main">
            <a:off x="4419600" y="3362325"/>
            <a:ext cx="3048000" cy="28575"/>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16" name="norm-short-1">
            <a:extLst xmlns:a="http://schemas.openxmlformats.org/drawingml/2006/main">
              <a:ext uri="{FF2B5EF4-FFF2-40B4-BE49-F238E27FC236}">
                <a16:creationId xmlns:a16="http://schemas.microsoft.com/office/drawing/2014/main" id="{04111271-33F1-4B08-8FEC-C35D014BB635}"/>
              </a:ext>
            </a:extLst>
          </p:cNvPr>
          <p:cNvSpPr>
            <a:spLocks xmlns:a="http://schemas.openxmlformats.org/drawingml/2006/main" noGrp="1"/>
          </p:cNvSpPr>
          <p:nvPr/>
        </p:nvSpPr>
        <p:spPr>
          <a:xfrm xmlns:a="http://schemas.openxmlformats.org/drawingml/2006/main">
            <a:off x="4419600" y="35242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8312A"/>
                </a:solidFill>
                <a:latin typeface="Arial"/>
                <a:ea typeface="Arial"/>
                <a:cs typeface="Arial"/>
              </a:defRPr>
            </a:defPPr>
            <a:lvl1pPr algn="l">
              <a:defRPr sz="1500" b="1">
                <a:solidFill>
                  <a:srgbClr val="18312A"/>
                </a:solidFill>
                <a:latin typeface="Arial"/>
                <a:ea typeface="Arial"/>
                <a:cs typeface="Arial"/>
              </a:defRPr>
            </a:lvl1pPr>
            <a:lvl2pPr algn="l">
              <a:defRPr sz="1500" b="1">
                <a:solidFill>
                  <a:srgbClr val="18312A"/>
                </a:solidFill>
                <a:latin typeface="Arial"/>
                <a:ea typeface="Arial"/>
                <a:cs typeface="Arial"/>
              </a:defRPr>
            </a:lvl2pPr>
            <a:lvl3pPr algn="l">
              <a:defRPr sz="1500" b="1">
                <a:solidFill>
                  <a:srgbClr val="18312A"/>
                </a:solidFill>
                <a:latin typeface="Arial"/>
                <a:ea typeface="Arial"/>
                <a:cs typeface="Arial"/>
              </a:defRPr>
            </a:lvl3pPr>
            <a:lvl4pPr algn="l">
              <a:defRPr sz="1500" b="1">
                <a:solidFill>
                  <a:srgbClr val="18312A"/>
                </a:solidFill>
                <a:latin typeface="Arial"/>
                <a:ea typeface="Arial"/>
                <a:cs typeface="Arial"/>
              </a:defRPr>
            </a:lvl4pPr>
            <a:lvl5pPr algn="l">
              <a:defRPr sz="1500" b="1">
                <a:solidFill>
                  <a:srgbClr val="18312A"/>
                </a:solidFill>
                <a:latin typeface="Arial"/>
                <a:ea typeface="Arial"/>
                <a:cs typeface="Arial"/>
              </a:defRPr>
            </a:lvl5pPr>
            <a:lvl6pPr algn="l">
              <a:defRPr sz="1500" b="1">
                <a:solidFill>
                  <a:srgbClr val="18312A"/>
                </a:solidFill>
                <a:latin typeface="Arial"/>
                <a:ea typeface="Arial"/>
                <a:cs typeface="Arial"/>
              </a:defRPr>
            </a:lvl6pPr>
            <a:lvl7pPr algn="l">
              <a:defRPr sz="1500" b="1">
                <a:solidFill>
                  <a:srgbClr val="18312A"/>
                </a:solidFill>
                <a:latin typeface="Arial"/>
                <a:ea typeface="Arial"/>
                <a:cs typeface="Arial"/>
              </a:defRPr>
            </a:lvl7pPr>
            <a:lvl8pPr algn="l">
              <a:defRPr sz="1500" b="1">
                <a:solidFill>
                  <a:srgbClr val="18312A"/>
                </a:solidFill>
                <a:latin typeface="Arial"/>
                <a:ea typeface="Arial"/>
                <a:cs typeface="Arial"/>
              </a:defRPr>
            </a:lvl8pPr>
            <a:lvl9pPr algn="l">
              <a:defRPr sz="1500" b="1">
                <a:solidFill>
                  <a:srgbClr val="18312A"/>
                </a:solidFill>
                <a:latin typeface="Arial"/>
                <a:ea typeface="Arial"/>
                <a:cs typeface="Arial"/>
              </a:defRPr>
            </a:lvl9pPr>
          </a:lstStyle>
          <a:p xmlns:a="http://schemas.openxmlformats.org/drawingml/2006/main">
            <a:pPr algn="l">
              <a:defRPr sz="1500" b="1">
                <a:solidFill>
                  <a:srgbClr val="18312A"/>
                </a:solidFill>
                <a:latin typeface="Arial"/>
                <a:ea typeface="Arial"/>
                <a:cs typeface="Arial"/>
              </a:defRPr>
            </a:pPr>
            <a:r>
              <a:rPr sz="1500" b="1">
                <a:solidFill>
                  <a:srgbClr val="18312A"/>
                </a:solidFill>
                <a:latin typeface="Arial"/>
                <a:ea typeface="Arial"/>
                <a:cs typeface="Arial"/>
              </a:rPr>
              <a:t>Whole-key dependency</a:t>
            </a:r>
          </a:p>
        </p:txBody>
      </p:sp>
      <p:sp>
        <p:nvSpPr>
          <p:cNvPr id="17" name="norm-example-1">
            <a:extLst xmlns:a="http://schemas.openxmlformats.org/drawingml/2006/main">
              <a:ext uri="{FF2B5EF4-FFF2-40B4-BE49-F238E27FC236}">
                <a16:creationId xmlns:a16="http://schemas.microsoft.com/office/drawing/2014/main" id="{E8988082-450C-43C3-99A3-A6DBBD0F80F3}"/>
              </a:ext>
            </a:extLst>
          </p:cNvPr>
          <p:cNvSpPr>
            <a:spLocks xmlns:a="http://schemas.openxmlformats.org/drawingml/2006/main" noGrp="1"/>
          </p:cNvSpPr>
          <p:nvPr/>
        </p:nvSpPr>
        <p:spPr>
          <a:xfrm xmlns:a="http://schemas.openxmlformats.org/drawingml/2006/main">
            <a:off x="4419600" y="3990975"/>
            <a:ext cx="304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4766E"/>
                </a:solidFill>
                <a:latin typeface="Arial"/>
                <a:ea typeface="Arial"/>
                <a:cs typeface="Arial"/>
              </a:defRPr>
            </a:defPPr>
            <a:lvl1pPr algn="l">
              <a:defRPr sz="1350" b="0">
                <a:solidFill>
                  <a:srgbClr val="64766E"/>
                </a:solidFill>
                <a:latin typeface="Arial"/>
                <a:ea typeface="Arial"/>
                <a:cs typeface="Arial"/>
              </a:defRPr>
            </a:lvl1pPr>
            <a:lvl2pPr algn="l">
              <a:defRPr sz="1350" b="0">
                <a:solidFill>
                  <a:srgbClr val="64766E"/>
                </a:solidFill>
                <a:latin typeface="Arial"/>
                <a:ea typeface="Arial"/>
                <a:cs typeface="Arial"/>
              </a:defRPr>
            </a:lvl2pPr>
            <a:lvl3pPr algn="l">
              <a:defRPr sz="1350" b="0">
                <a:solidFill>
                  <a:srgbClr val="64766E"/>
                </a:solidFill>
                <a:latin typeface="Arial"/>
                <a:ea typeface="Arial"/>
                <a:cs typeface="Arial"/>
              </a:defRPr>
            </a:lvl3pPr>
            <a:lvl4pPr algn="l">
              <a:defRPr sz="1350" b="0">
                <a:solidFill>
                  <a:srgbClr val="64766E"/>
                </a:solidFill>
                <a:latin typeface="Arial"/>
                <a:ea typeface="Arial"/>
                <a:cs typeface="Arial"/>
              </a:defRPr>
            </a:lvl4pPr>
            <a:lvl5pPr algn="l">
              <a:defRPr sz="1350" b="0">
                <a:solidFill>
                  <a:srgbClr val="64766E"/>
                </a:solidFill>
                <a:latin typeface="Arial"/>
                <a:ea typeface="Arial"/>
                <a:cs typeface="Arial"/>
              </a:defRPr>
            </a:lvl5pPr>
            <a:lvl6pPr algn="l">
              <a:defRPr sz="1350" b="0">
                <a:solidFill>
                  <a:srgbClr val="64766E"/>
                </a:solidFill>
                <a:latin typeface="Arial"/>
                <a:ea typeface="Arial"/>
                <a:cs typeface="Arial"/>
              </a:defRPr>
            </a:lvl6pPr>
            <a:lvl7pPr algn="l">
              <a:defRPr sz="1350" b="0">
                <a:solidFill>
                  <a:srgbClr val="64766E"/>
                </a:solidFill>
                <a:latin typeface="Arial"/>
                <a:ea typeface="Arial"/>
                <a:cs typeface="Arial"/>
              </a:defRPr>
            </a:lvl7pPr>
            <a:lvl8pPr algn="l">
              <a:defRPr sz="1350" b="0">
                <a:solidFill>
                  <a:srgbClr val="64766E"/>
                </a:solidFill>
                <a:latin typeface="Arial"/>
                <a:ea typeface="Arial"/>
                <a:cs typeface="Arial"/>
              </a:defRPr>
            </a:lvl8pPr>
            <a:lvl9pPr algn="l">
              <a:defRPr sz="1350" b="0">
                <a:solidFill>
                  <a:srgbClr val="64766E"/>
                </a:solidFill>
                <a:latin typeface="Arial"/>
                <a:ea typeface="Arial"/>
                <a:cs typeface="Arial"/>
              </a:defRPr>
            </a:lvl9pPr>
          </a:lstStyle>
          <a:p xmlns:a="http://schemas.openxmlformats.org/drawingml/2006/main">
            <a:pPr algn="l">
              <a:defRPr sz="1350" b="0">
                <a:solidFill>
                  <a:srgbClr val="64766E"/>
                </a:solidFill>
                <a:latin typeface="Arial"/>
                <a:ea typeface="Arial"/>
                <a:cs typeface="Arial"/>
              </a:defRPr>
            </a:pPr>
            <a:r>
              <a:rPr sz="1350" b="0">
                <a:solidFill>
                  <a:srgbClr val="64766E"/>
                </a:solidFill>
                <a:latin typeface="Arial"/>
                <a:ea typeface="Arial"/>
                <a:cs typeface="Arial"/>
              </a:rPr>
              <a:t>user_phone has a composite key and no non-key columns. Other core tables use single-column identifiers.</a:t>
            </a:r>
          </a:p>
        </p:txBody>
      </p:sp>
      <p:sp>
        <p:nvSpPr>
          <p:cNvPr id="18" name="norm-num-2">
            <a:extLst xmlns:a="http://schemas.openxmlformats.org/drawingml/2006/main">
              <a:ext uri="{FF2B5EF4-FFF2-40B4-BE49-F238E27FC236}">
                <a16:creationId xmlns:a16="http://schemas.microsoft.com/office/drawing/2014/main" id="{6A36231B-10A4-4335-BB10-FB6BC8ECECE8}"/>
              </a:ext>
            </a:extLst>
          </p:cNvPr>
          <p:cNvSpPr>
            <a:spLocks xmlns:a="http://schemas.openxmlformats.org/drawingml/2006/main" noGrp="1"/>
          </p:cNvSpPr>
          <p:nvPr/>
        </p:nvSpPr>
        <p:spPr>
          <a:xfrm xmlns:a="http://schemas.openxmlformats.org/drawingml/2006/main">
            <a:off x="8039100" y="1952625"/>
            <a:ext cx="85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D89B55"/>
                </a:solidFill>
                <a:latin typeface="Arial"/>
                <a:ea typeface="Arial"/>
                <a:cs typeface="Arial"/>
              </a:defRPr>
            </a:defPPr>
            <a:lvl1pPr algn="l">
              <a:defRPr sz="4050" b="1">
                <a:solidFill>
                  <a:srgbClr val="D89B55"/>
                </a:solidFill>
                <a:latin typeface="Arial"/>
                <a:ea typeface="Arial"/>
                <a:cs typeface="Arial"/>
              </a:defRPr>
            </a:lvl1pPr>
            <a:lvl2pPr algn="l">
              <a:defRPr sz="4050" b="1">
                <a:solidFill>
                  <a:srgbClr val="D89B55"/>
                </a:solidFill>
                <a:latin typeface="Arial"/>
                <a:ea typeface="Arial"/>
                <a:cs typeface="Arial"/>
              </a:defRPr>
            </a:lvl2pPr>
            <a:lvl3pPr algn="l">
              <a:defRPr sz="4050" b="1">
                <a:solidFill>
                  <a:srgbClr val="D89B55"/>
                </a:solidFill>
                <a:latin typeface="Arial"/>
                <a:ea typeface="Arial"/>
                <a:cs typeface="Arial"/>
              </a:defRPr>
            </a:lvl3pPr>
            <a:lvl4pPr algn="l">
              <a:defRPr sz="4050" b="1">
                <a:solidFill>
                  <a:srgbClr val="D89B55"/>
                </a:solidFill>
                <a:latin typeface="Arial"/>
                <a:ea typeface="Arial"/>
                <a:cs typeface="Arial"/>
              </a:defRPr>
            </a:lvl4pPr>
            <a:lvl5pPr algn="l">
              <a:defRPr sz="4050" b="1">
                <a:solidFill>
                  <a:srgbClr val="D89B55"/>
                </a:solidFill>
                <a:latin typeface="Arial"/>
                <a:ea typeface="Arial"/>
                <a:cs typeface="Arial"/>
              </a:defRPr>
            </a:lvl5pPr>
            <a:lvl6pPr algn="l">
              <a:defRPr sz="4050" b="1">
                <a:solidFill>
                  <a:srgbClr val="D89B55"/>
                </a:solidFill>
                <a:latin typeface="Arial"/>
                <a:ea typeface="Arial"/>
                <a:cs typeface="Arial"/>
              </a:defRPr>
            </a:lvl6pPr>
            <a:lvl7pPr algn="l">
              <a:defRPr sz="4050" b="1">
                <a:solidFill>
                  <a:srgbClr val="D89B55"/>
                </a:solidFill>
                <a:latin typeface="Arial"/>
                <a:ea typeface="Arial"/>
                <a:cs typeface="Arial"/>
              </a:defRPr>
            </a:lvl7pPr>
            <a:lvl8pPr algn="l">
              <a:defRPr sz="4050" b="1">
                <a:solidFill>
                  <a:srgbClr val="D89B55"/>
                </a:solidFill>
                <a:latin typeface="Arial"/>
                <a:ea typeface="Arial"/>
                <a:cs typeface="Arial"/>
              </a:defRPr>
            </a:lvl8pPr>
            <a:lvl9pPr algn="l">
              <a:defRPr sz="4050" b="1">
                <a:solidFill>
                  <a:srgbClr val="D89B55"/>
                </a:solidFill>
                <a:latin typeface="Arial"/>
                <a:ea typeface="Arial"/>
                <a:cs typeface="Arial"/>
              </a:defRPr>
            </a:lvl9pPr>
          </a:lstStyle>
          <a:p xmlns:a="http://schemas.openxmlformats.org/drawingml/2006/main">
            <a:pPr algn="l">
              <a:defRPr sz="4050" b="1">
                <a:solidFill>
                  <a:srgbClr val="D89B55"/>
                </a:solidFill>
                <a:latin typeface="Arial"/>
                <a:ea typeface="Arial"/>
                <a:cs typeface="Arial"/>
              </a:defRPr>
            </a:pPr>
            <a:r>
              <a:rPr sz="4050" b="1">
                <a:solidFill>
                  <a:srgbClr val="D89B55"/>
                </a:solidFill>
                <a:latin typeface="Arial"/>
                <a:ea typeface="Arial"/>
                <a:cs typeface="Arial"/>
              </a:rPr>
              <a:t>03</a:t>
            </a:r>
          </a:p>
        </p:txBody>
      </p:sp>
      <p:sp>
        <p:nvSpPr>
          <p:cNvPr id="19" name="norm-title-2">
            <a:extLst xmlns:a="http://schemas.openxmlformats.org/drawingml/2006/main">
              <a:ext uri="{FF2B5EF4-FFF2-40B4-BE49-F238E27FC236}">
                <a16:creationId xmlns:a16="http://schemas.microsoft.com/office/drawing/2014/main" id="{E8FD6455-3400-4FC2-8346-5C8CA0728C05}"/>
              </a:ext>
            </a:extLst>
          </p:cNvPr>
          <p:cNvSpPr>
            <a:spLocks xmlns:a="http://schemas.openxmlformats.org/drawingml/2006/main" noGrp="1"/>
          </p:cNvSpPr>
          <p:nvPr/>
        </p:nvSpPr>
        <p:spPr>
          <a:xfrm xmlns:a="http://schemas.openxmlformats.org/drawingml/2006/main">
            <a:off x="8039100" y="27241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64A3A"/>
                </a:solidFill>
                <a:latin typeface="Arial"/>
                <a:ea typeface="Arial"/>
                <a:cs typeface="Arial"/>
              </a:defRPr>
            </a:defPPr>
            <a:lvl1pPr algn="l">
              <a:defRPr sz="1875" b="1">
                <a:solidFill>
                  <a:srgbClr val="164A3A"/>
                </a:solidFill>
                <a:latin typeface="Arial"/>
                <a:ea typeface="Arial"/>
                <a:cs typeface="Arial"/>
              </a:defRPr>
            </a:lvl1pPr>
            <a:lvl2pPr algn="l">
              <a:defRPr sz="1875" b="1">
                <a:solidFill>
                  <a:srgbClr val="164A3A"/>
                </a:solidFill>
                <a:latin typeface="Arial"/>
                <a:ea typeface="Arial"/>
                <a:cs typeface="Arial"/>
              </a:defRPr>
            </a:lvl2pPr>
            <a:lvl3pPr algn="l">
              <a:defRPr sz="1875" b="1">
                <a:solidFill>
                  <a:srgbClr val="164A3A"/>
                </a:solidFill>
                <a:latin typeface="Arial"/>
                <a:ea typeface="Arial"/>
                <a:cs typeface="Arial"/>
              </a:defRPr>
            </a:lvl3pPr>
            <a:lvl4pPr algn="l">
              <a:defRPr sz="1875" b="1">
                <a:solidFill>
                  <a:srgbClr val="164A3A"/>
                </a:solidFill>
                <a:latin typeface="Arial"/>
                <a:ea typeface="Arial"/>
                <a:cs typeface="Arial"/>
              </a:defRPr>
            </a:lvl4pPr>
            <a:lvl5pPr algn="l">
              <a:defRPr sz="1875" b="1">
                <a:solidFill>
                  <a:srgbClr val="164A3A"/>
                </a:solidFill>
                <a:latin typeface="Arial"/>
                <a:ea typeface="Arial"/>
                <a:cs typeface="Arial"/>
              </a:defRPr>
            </a:lvl5pPr>
            <a:lvl6pPr algn="l">
              <a:defRPr sz="1875" b="1">
                <a:solidFill>
                  <a:srgbClr val="164A3A"/>
                </a:solidFill>
                <a:latin typeface="Arial"/>
                <a:ea typeface="Arial"/>
                <a:cs typeface="Arial"/>
              </a:defRPr>
            </a:lvl6pPr>
            <a:lvl7pPr algn="l">
              <a:defRPr sz="1875" b="1">
                <a:solidFill>
                  <a:srgbClr val="164A3A"/>
                </a:solidFill>
                <a:latin typeface="Arial"/>
                <a:ea typeface="Arial"/>
                <a:cs typeface="Arial"/>
              </a:defRPr>
            </a:lvl7pPr>
            <a:lvl8pPr algn="l">
              <a:defRPr sz="1875" b="1">
                <a:solidFill>
                  <a:srgbClr val="164A3A"/>
                </a:solidFill>
                <a:latin typeface="Arial"/>
                <a:ea typeface="Arial"/>
                <a:cs typeface="Arial"/>
              </a:defRPr>
            </a:lvl8pPr>
            <a:lvl9pPr algn="l">
              <a:defRPr sz="1875" b="1">
                <a:solidFill>
                  <a:srgbClr val="164A3A"/>
                </a:solidFill>
                <a:latin typeface="Arial"/>
                <a:ea typeface="Arial"/>
                <a:cs typeface="Arial"/>
              </a:defRPr>
            </a:lvl9pPr>
          </a:lstStyle>
          <a:p xmlns:a="http://schemas.openxmlformats.org/drawingml/2006/main">
            <a:pPr algn="l">
              <a:defRPr sz="1875" b="1">
                <a:solidFill>
                  <a:srgbClr val="164A3A"/>
                </a:solidFill>
                <a:latin typeface="Arial"/>
                <a:ea typeface="Arial"/>
                <a:cs typeface="Arial"/>
              </a:defRPr>
            </a:pPr>
            <a:r>
              <a:rPr sz="1875" b="1">
                <a:solidFill>
                  <a:srgbClr val="164A3A"/>
                </a:solidFill>
                <a:latin typeface="Arial"/>
                <a:ea typeface="Arial"/>
                <a:cs typeface="Arial"/>
              </a:rPr>
              <a:t>Third normal form</a:t>
            </a:r>
          </a:p>
        </p:txBody>
      </p:sp>
      <p:sp>
        <p:nvSpPr>
          <p:cNvPr id="20" name="norm-rule-2">
            <a:extLst xmlns:a="http://schemas.openxmlformats.org/drawingml/2006/main">
              <a:ext uri="{FF2B5EF4-FFF2-40B4-BE49-F238E27FC236}">
                <a16:creationId xmlns:a16="http://schemas.microsoft.com/office/drawing/2014/main" id="{337E6810-36AB-4ACC-A226-0E2D187BAEF3}"/>
              </a:ext>
            </a:extLst>
          </p:cNvPr>
          <p:cNvSpPr>
            <a:spLocks xmlns:a="http://schemas.openxmlformats.org/drawingml/2006/main" noGrp="1"/>
          </p:cNvSpPr>
          <p:nvPr/>
        </p:nvSpPr>
        <p:spPr>
          <a:xfrm xmlns:a="http://schemas.openxmlformats.org/drawingml/2006/main">
            <a:off x="8039100" y="3362325"/>
            <a:ext cx="3048000" cy="28575"/>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1" name="norm-short-2">
            <a:extLst xmlns:a="http://schemas.openxmlformats.org/drawingml/2006/main">
              <a:ext uri="{FF2B5EF4-FFF2-40B4-BE49-F238E27FC236}">
                <a16:creationId xmlns:a16="http://schemas.microsoft.com/office/drawing/2014/main" id="{545F0B1D-9C22-4B9B-8065-89DBF0866C6C}"/>
              </a:ext>
            </a:extLst>
          </p:cNvPr>
          <p:cNvSpPr>
            <a:spLocks xmlns:a="http://schemas.openxmlformats.org/drawingml/2006/main" noGrp="1"/>
          </p:cNvSpPr>
          <p:nvPr/>
        </p:nvSpPr>
        <p:spPr>
          <a:xfrm xmlns:a="http://schemas.openxmlformats.org/drawingml/2006/main">
            <a:off x="8039100" y="35242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8312A"/>
                </a:solidFill>
                <a:latin typeface="Arial"/>
                <a:ea typeface="Arial"/>
                <a:cs typeface="Arial"/>
              </a:defRPr>
            </a:defPPr>
            <a:lvl1pPr algn="l">
              <a:defRPr sz="1500" b="1">
                <a:solidFill>
                  <a:srgbClr val="18312A"/>
                </a:solidFill>
                <a:latin typeface="Arial"/>
                <a:ea typeface="Arial"/>
                <a:cs typeface="Arial"/>
              </a:defRPr>
            </a:lvl1pPr>
            <a:lvl2pPr algn="l">
              <a:defRPr sz="1500" b="1">
                <a:solidFill>
                  <a:srgbClr val="18312A"/>
                </a:solidFill>
                <a:latin typeface="Arial"/>
                <a:ea typeface="Arial"/>
                <a:cs typeface="Arial"/>
              </a:defRPr>
            </a:lvl2pPr>
            <a:lvl3pPr algn="l">
              <a:defRPr sz="1500" b="1">
                <a:solidFill>
                  <a:srgbClr val="18312A"/>
                </a:solidFill>
                <a:latin typeface="Arial"/>
                <a:ea typeface="Arial"/>
                <a:cs typeface="Arial"/>
              </a:defRPr>
            </a:lvl3pPr>
            <a:lvl4pPr algn="l">
              <a:defRPr sz="1500" b="1">
                <a:solidFill>
                  <a:srgbClr val="18312A"/>
                </a:solidFill>
                <a:latin typeface="Arial"/>
                <a:ea typeface="Arial"/>
                <a:cs typeface="Arial"/>
              </a:defRPr>
            </a:lvl4pPr>
            <a:lvl5pPr algn="l">
              <a:defRPr sz="1500" b="1">
                <a:solidFill>
                  <a:srgbClr val="18312A"/>
                </a:solidFill>
                <a:latin typeface="Arial"/>
                <a:ea typeface="Arial"/>
                <a:cs typeface="Arial"/>
              </a:defRPr>
            </a:lvl5pPr>
            <a:lvl6pPr algn="l">
              <a:defRPr sz="1500" b="1">
                <a:solidFill>
                  <a:srgbClr val="18312A"/>
                </a:solidFill>
                <a:latin typeface="Arial"/>
                <a:ea typeface="Arial"/>
                <a:cs typeface="Arial"/>
              </a:defRPr>
            </a:lvl6pPr>
            <a:lvl7pPr algn="l">
              <a:defRPr sz="1500" b="1">
                <a:solidFill>
                  <a:srgbClr val="18312A"/>
                </a:solidFill>
                <a:latin typeface="Arial"/>
                <a:ea typeface="Arial"/>
                <a:cs typeface="Arial"/>
              </a:defRPr>
            </a:lvl7pPr>
            <a:lvl8pPr algn="l">
              <a:defRPr sz="1500" b="1">
                <a:solidFill>
                  <a:srgbClr val="18312A"/>
                </a:solidFill>
                <a:latin typeface="Arial"/>
                <a:ea typeface="Arial"/>
                <a:cs typeface="Arial"/>
              </a:defRPr>
            </a:lvl8pPr>
            <a:lvl9pPr algn="l">
              <a:defRPr sz="1500" b="1">
                <a:solidFill>
                  <a:srgbClr val="18312A"/>
                </a:solidFill>
                <a:latin typeface="Arial"/>
                <a:ea typeface="Arial"/>
                <a:cs typeface="Arial"/>
              </a:defRPr>
            </a:lvl9pPr>
          </a:lstStyle>
          <a:p xmlns:a="http://schemas.openxmlformats.org/drawingml/2006/main">
            <a:pPr algn="l">
              <a:defRPr sz="1500" b="1">
                <a:solidFill>
                  <a:srgbClr val="18312A"/>
                </a:solidFill>
                <a:latin typeface="Arial"/>
                <a:ea typeface="Arial"/>
                <a:cs typeface="Arial"/>
              </a:defRPr>
            </a:pPr>
            <a:r>
              <a:rPr sz="1500" b="1">
                <a:solidFill>
                  <a:srgbClr val="18312A"/>
                </a:solidFill>
                <a:latin typeface="Arial"/>
                <a:ea typeface="Arial"/>
                <a:cs typeface="Arial"/>
              </a:rPr>
              <a:t>No transitive facts</a:t>
            </a:r>
          </a:p>
        </p:txBody>
      </p:sp>
      <p:sp>
        <p:nvSpPr>
          <p:cNvPr id="22" name="norm-example-2">
            <a:extLst xmlns:a="http://schemas.openxmlformats.org/drawingml/2006/main">
              <a:ext uri="{FF2B5EF4-FFF2-40B4-BE49-F238E27FC236}">
                <a16:creationId xmlns:a16="http://schemas.microsoft.com/office/drawing/2014/main" id="{3D62DEF5-F036-4860-998C-299D92A832AD}"/>
              </a:ext>
            </a:extLst>
          </p:cNvPr>
          <p:cNvSpPr>
            <a:spLocks xmlns:a="http://schemas.openxmlformats.org/drawingml/2006/main" noGrp="1"/>
          </p:cNvSpPr>
          <p:nvPr/>
        </p:nvSpPr>
        <p:spPr>
          <a:xfrm xmlns:a="http://schemas.openxmlformats.org/drawingml/2006/main">
            <a:off x="8039100" y="3990975"/>
            <a:ext cx="304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4766E"/>
                </a:solidFill>
                <a:latin typeface="Arial"/>
                <a:ea typeface="Arial"/>
                <a:cs typeface="Arial"/>
              </a:defRPr>
            </a:defPPr>
            <a:lvl1pPr algn="l">
              <a:defRPr sz="1350" b="0">
                <a:solidFill>
                  <a:srgbClr val="64766E"/>
                </a:solidFill>
                <a:latin typeface="Arial"/>
                <a:ea typeface="Arial"/>
                <a:cs typeface="Arial"/>
              </a:defRPr>
            </a:lvl1pPr>
            <a:lvl2pPr algn="l">
              <a:defRPr sz="1350" b="0">
                <a:solidFill>
                  <a:srgbClr val="64766E"/>
                </a:solidFill>
                <a:latin typeface="Arial"/>
                <a:ea typeface="Arial"/>
                <a:cs typeface="Arial"/>
              </a:defRPr>
            </a:lvl2pPr>
            <a:lvl3pPr algn="l">
              <a:defRPr sz="1350" b="0">
                <a:solidFill>
                  <a:srgbClr val="64766E"/>
                </a:solidFill>
                <a:latin typeface="Arial"/>
                <a:ea typeface="Arial"/>
                <a:cs typeface="Arial"/>
              </a:defRPr>
            </a:lvl3pPr>
            <a:lvl4pPr algn="l">
              <a:defRPr sz="1350" b="0">
                <a:solidFill>
                  <a:srgbClr val="64766E"/>
                </a:solidFill>
                <a:latin typeface="Arial"/>
                <a:ea typeface="Arial"/>
                <a:cs typeface="Arial"/>
              </a:defRPr>
            </a:lvl4pPr>
            <a:lvl5pPr algn="l">
              <a:defRPr sz="1350" b="0">
                <a:solidFill>
                  <a:srgbClr val="64766E"/>
                </a:solidFill>
                <a:latin typeface="Arial"/>
                <a:ea typeface="Arial"/>
                <a:cs typeface="Arial"/>
              </a:defRPr>
            </a:lvl5pPr>
            <a:lvl6pPr algn="l">
              <a:defRPr sz="1350" b="0">
                <a:solidFill>
                  <a:srgbClr val="64766E"/>
                </a:solidFill>
                <a:latin typeface="Arial"/>
                <a:ea typeface="Arial"/>
                <a:cs typeface="Arial"/>
              </a:defRPr>
            </a:lvl6pPr>
            <a:lvl7pPr algn="l">
              <a:defRPr sz="1350" b="0">
                <a:solidFill>
                  <a:srgbClr val="64766E"/>
                </a:solidFill>
                <a:latin typeface="Arial"/>
                <a:ea typeface="Arial"/>
                <a:cs typeface="Arial"/>
              </a:defRPr>
            </a:lvl7pPr>
            <a:lvl8pPr algn="l">
              <a:defRPr sz="1350" b="0">
                <a:solidFill>
                  <a:srgbClr val="64766E"/>
                </a:solidFill>
                <a:latin typeface="Arial"/>
                <a:ea typeface="Arial"/>
                <a:cs typeface="Arial"/>
              </a:defRPr>
            </a:lvl8pPr>
            <a:lvl9pPr algn="l">
              <a:defRPr sz="1350" b="0">
                <a:solidFill>
                  <a:srgbClr val="64766E"/>
                </a:solidFill>
                <a:latin typeface="Arial"/>
                <a:ea typeface="Arial"/>
                <a:cs typeface="Arial"/>
              </a:defRPr>
            </a:lvl9pPr>
          </a:lstStyle>
          <a:p xmlns:a="http://schemas.openxmlformats.org/drawingml/2006/main">
            <a:pPr algn="l">
              <a:defRPr sz="1350" b="0">
                <a:solidFill>
                  <a:srgbClr val="64766E"/>
                </a:solidFill>
                <a:latin typeface="Arial"/>
                <a:ea typeface="Arial"/>
                <a:cs typeface="Arial"/>
              </a:defRPr>
            </a:pPr>
            <a:r>
              <a:rPr sz="1350" b="0">
                <a:solidFill>
                  <a:srgbClr val="64766E"/>
                </a:solidFill>
                <a:latin typeface="Arial"/>
                <a:ea typeface="Arial"/>
                <a:cs typeface="Arial"/>
              </a:rPr>
              <a:t>Room capacity and fee are in room_type; block details are in hostel_block.</a:t>
            </a:r>
          </a:p>
        </p:txBody>
      </p:sp>
      <p:sp>
        <p:nvSpPr>
          <p:cNvPr id="23" name="norm-div-a">
            <a:extLst xmlns:a="http://schemas.openxmlformats.org/drawingml/2006/main">
              <a:ext uri="{FF2B5EF4-FFF2-40B4-BE49-F238E27FC236}">
                <a16:creationId xmlns:a16="http://schemas.microsoft.com/office/drawing/2014/main" id="{1247C641-E79C-4D21-A106-27EC972BDA3E}"/>
              </a:ext>
            </a:extLst>
          </p:cNvPr>
          <p:cNvSpPr>
            <a:spLocks xmlns:a="http://schemas.openxmlformats.org/drawingml/2006/main" noGrp="1"/>
          </p:cNvSpPr>
          <p:nvPr/>
        </p:nvSpPr>
        <p:spPr>
          <a:xfrm xmlns:a="http://schemas.openxmlformats.org/drawingml/2006/main">
            <a:off x="4133850" y="1971675"/>
            <a:ext cx="19050" cy="32575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4" name="norm-div-b">
            <a:extLst xmlns:a="http://schemas.openxmlformats.org/drawingml/2006/main">
              <a:ext uri="{FF2B5EF4-FFF2-40B4-BE49-F238E27FC236}">
                <a16:creationId xmlns:a16="http://schemas.microsoft.com/office/drawing/2014/main" id="{A373D8C6-7792-4847-BB1F-EAB9B35DE31C}"/>
              </a:ext>
            </a:extLst>
          </p:cNvPr>
          <p:cNvSpPr>
            <a:spLocks xmlns:a="http://schemas.openxmlformats.org/drawingml/2006/main" noGrp="1"/>
          </p:cNvSpPr>
          <p:nvPr/>
        </p:nvSpPr>
        <p:spPr>
          <a:xfrm xmlns:a="http://schemas.openxmlformats.org/drawingml/2006/main">
            <a:off x="7753350" y="1971675"/>
            <a:ext cx="19050" cy="32575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5" name="norm-result">
            <a:extLst xmlns:a="http://schemas.openxmlformats.org/drawingml/2006/main">
              <a:ext uri="{FF2B5EF4-FFF2-40B4-BE49-F238E27FC236}">
                <a16:creationId xmlns:a16="http://schemas.microsoft.com/office/drawing/2014/main" id="{A3D92D85-2321-4727-BF3D-ABA53A4D142B}"/>
              </a:ext>
            </a:extLst>
          </p:cNvPr>
          <p:cNvSpPr>
            <a:spLocks xmlns:a="http://schemas.openxmlformats.org/drawingml/2006/main" noGrp="1"/>
          </p:cNvSpPr>
          <p:nvPr/>
        </p:nvSpPr>
        <p:spPr>
          <a:xfrm xmlns:a="http://schemas.openxmlformats.org/drawingml/2006/main">
            <a:off x="800100" y="5572125"/>
            <a:ext cx="10668000" cy="552450"/>
          </a:xfrm>
          <a:prstGeom xmlns:a="http://schemas.openxmlformats.org/drawingml/2006/main" prst="rect">
            <a:avLst/>
          </a:prstGeom>
          <a:solidFill xmlns:a="http://schemas.openxmlformats.org/drawingml/2006/main">
            <a:srgbClr val="E7EFEA"/>
          </a:solidFill>
          <a:ln xmlns:a="http://schemas.openxmlformats.org/drawingml/2006/main" w="0">
            <a:noFill/>
            <a:prstDash val="solid"/>
          </a:ln>
        </p:spPr>
      </p:sp>
      <p:sp>
        <p:nvSpPr>
          <p:cNvPr id="26" name="norm-result-t">
            <a:extLst xmlns:a="http://schemas.openxmlformats.org/drawingml/2006/main">
              <a:ext uri="{FF2B5EF4-FFF2-40B4-BE49-F238E27FC236}">
                <a16:creationId xmlns:a16="http://schemas.microsoft.com/office/drawing/2014/main" id="{01B5408B-5426-4D4E-B886-68E809A779D0}"/>
              </a:ext>
            </a:extLst>
          </p:cNvPr>
          <p:cNvSpPr>
            <a:spLocks xmlns:a="http://schemas.openxmlformats.org/drawingml/2006/main" noGrp="1"/>
          </p:cNvSpPr>
          <p:nvPr/>
        </p:nvSpPr>
        <p:spPr>
          <a:xfrm xmlns:a="http://schemas.openxmlformats.org/drawingml/2006/main">
            <a:off x="1009650" y="5648325"/>
            <a:ext cx="1024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64A3A"/>
                </a:solidFill>
                <a:latin typeface="Arial"/>
                <a:ea typeface="Arial"/>
                <a:cs typeface="Arial"/>
              </a:defRPr>
            </a:defPPr>
            <a:lvl1pPr algn="l">
              <a:defRPr sz="1500" b="1">
                <a:solidFill>
                  <a:srgbClr val="164A3A"/>
                </a:solidFill>
                <a:latin typeface="Arial"/>
                <a:ea typeface="Arial"/>
                <a:cs typeface="Arial"/>
              </a:defRPr>
            </a:lvl1pPr>
            <a:lvl2pPr algn="l">
              <a:defRPr sz="1500" b="1">
                <a:solidFill>
                  <a:srgbClr val="164A3A"/>
                </a:solidFill>
                <a:latin typeface="Arial"/>
                <a:ea typeface="Arial"/>
                <a:cs typeface="Arial"/>
              </a:defRPr>
            </a:lvl2pPr>
            <a:lvl3pPr algn="l">
              <a:defRPr sz="1500" b="1">
                <a:solidFill>
                  <a:srgbClr val="164A3A"/>
                </a:solidFill>
                <a:latin typeface="Arial"/>
                <a:ea typeface="Arial"/>
                <a:cs typeface="Arial"/>
              </a:defRPr>
            </a:lvl3pPr>
            <a:lvl4pPr algn="l">
              <a:defRPr sz="1500" b="1">
                <a:solidFill>
                  <a:srgbClr val="164A3A"/>
                </a:solidFill>
                <a:latin typeface="Arial"/>
                <a:ea typeface="Arial"/>
                <a:cs typeface="Arial"/>
              </a:defRPr>
            </a:lvl4pPr>
            <a:lvl5pPr algn="l">
              <a:defRPr sz="1500" b="1">
                <a:solidFill>
                  <a:srgbClr val="164A3A"/>
                </a:solidFill>
                <a:latin typeface="Arial"/>
                <a:ea typeface="Arial"/>
                <a:cs typeface="Arial"/>
              </a:defRPr>
            </a:lvl5pPr>
            <a:lvl6pPr algn="l">
              <a:defRPr sz="1500" b="1">
                <a:solidFill>
                  <a:srgbClr val="164A3A"/>
                </a:solidFill>
                <a:latin typeface="Arial"/>
                <a:ea typeface="Arial"/>
                <a:cs typeface="Arial"/>
              </a:defRPr>
            </a:lvl6pPr>
            <a:lvl7pPr algn="l">
              <a:defRPr sz="1500" b="1">
                <a:solidFill>
                  <a:srgbClr val="164A3A"/>
                </a:solidFill>
                <a:latin typeface="Arial"/>
                <a:ea typeface="Arial"/>
                <a:cs typeface="Arial"/>
              </a:defRPr>
            </a:lvl7pPr>
            <a:lvl8pPr algn="l">
              <a:defRPr sz="1500" b="1">
                <a:solidFill>
                  <a:srgbClr val="164A3A"/>
                </a:solidFill>
                <a:latin typeface="Arial"/>
                <a:ea typeface="Arial"/>
                <a:cs typeface="Arial"/>
              </a:defRPr>
            </a:lvl8pPr>
            <a:lvl9pPr algn="l">
              <a:defRPr sz="1500" b="1">
                <a:solidFill>
                  <a:srgbClr val="164A3A"/>
                </a:solidFill>
                <a:latin typeface="Arial"/>
                <a:ea typeface="Arial"/>
                <a:cs typeface="Arial"/>
              </a:defRPr>
            </a:lvl9pPr>
          </a:lstStyle>
          <a:p xmlns:a="http://schemas.openxmlformats.org/drawingml/2006/main">
            <a:pPr algn="l">
              <a:defRPr sz="1500" b="1">
                <a:solidFill>
                  <a:srgbClr val="164A3A"/>
                </a:solidFill>
                <a:latin typeface="Arial"/>
                <a:ea typeface="Arial"/>
                <a:cs typeface="Arial"/>
              </a:defRPr>
            </a:pPr>
            <a:r>
              <a:rPr sz="1500" b="1">
                <a:solidFill>
                  <a:srgbClr val="164A3A"/>
                </a:solidFill>
                <a:latin typeface="Arial"/>
                <a:ea typeface="Arial"/>
                <a:cs typeface="Arial"/>
              </a:rPr>
              <a:t>Result: fewer duplicated details, reliable links between records, and safer updates.</a:t>
            </a:r>
          </a:p>
        </p:txBody>
      </p:sp>
    </p:spTree>
    <p:extLst>
      <p:ext uri="{BB962C8B-B14F-4D97-AF65-F5344CB8AC3E}">
        <p14:creationId xmlns:p14="http://schemas.microsoft.com/office/powerpoint/2010/main" val="997026208"/>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47" name="top-rule-6">
            <a:extLst xmlns:a="http://schemas.openxmlformats.org/drawingml/2006/main">
              <a:ext uri="{FF2B5EF4-FFF2-40B4-BE49-F238E27FC236}">
                <a16:creationId xmlns:a16="http://schemas.microsoft.com/office/drawing/2014/main" id="{A40F351B-6E88-4460-B610-2CC5C471678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6">
            <a:extLst xmlns:a="http://schemas.openxmlformats.org/drawingml/2006/main">
              <a:ext uri="{FF2B5EF4-FFF2-40B4-BE49-F238E27FC236}">
                <a16:creationId xmlns:a16="http://schemas.microsoft.com/office/drawing/2014/main" id="{640FC5CF-F63C-49DF-B508-5D4D7F3E5A04}"/>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05  /  MYSQL IMPLEMENTATION</a:t>
            </a:r>
          </a:p>
        </p:txBody>
      </p:sp>
      <p:sp>
        <p:nvSpPr>
          <p:cNvPr id="3" name="title-6">
            <a:extLst xmlns:a="http://schemas.openxmlformats.org/drawingml/2006/main">
              <a:ext uri="{FF2B5EF4-FFF2-40B4-BE49-F238E27FC236}">
                <a16:creationId xmlns:a16="http://schemas.microsoft.com/office/drawing/2014/main" id="{24970E0B-B314-4001-A878-450B5A2CB8BB}"/>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Database design, DDL, and sample data</a:t>
            </a:r>
          </a:p>
        </p:txBody>
      </p:sp>
      <p:sp>
        <p:nvSpPr>
          <p:cNvPr id="4" name="subtitle-6">
            <a:extLst xmlns:a="http://schemas.openxmlformats.org/drawingml/2006/main">
              <a:ext uri="{FF2B5EF4-FFF2-40B4-BE49-F238E27FC236}">
                <a16:creationId xmlns:a16="http://schemas.microsoft.com/office/drawing/2014/main" id="{376B4B97-BF41-408C-A927-CFF89C05EBB8}"/>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A constrained relational schema supports the current three-block demonstration dataset.</a:t>
            </a:r>
          </a:p>
        </p:txBody>
      </p:sp>
      <p:sp>
        <p:nvSpPr>
          <p:cNvPr id="5" name="header-rule-6">
            <a:extLst xmlns:a="http://schemas.openxmlformats.org/drawingml/2006/main">
              <a:ext uri="{FF2B5EF4-FFF2-40B4-BE49-F238E27FC236}">
                <a16:creationId xmlns:a16="http://schemas.microsoft.com/office/drawing/2014/main" id="{6711DC2B-A369-40C7-89B5-D319B7BA8A82}"/>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6">
            <a:extLst xmlns:a="http://schemas.openxmlformats.org/drawingml/2006/main">
              <a:ext uri="{FF2B5EF4-FFF2-40B4-BE49-F238E27FC236}">
                <a16:creationId xmlns:a16="http://schemas.microsoft.com/office/drawing/2014/main" id="{2446B591-ADFB-497E-B4F1-82110A6B434F}"/>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6">
            <a:extLst xmlns:a="http://schemas.openxmlformats.org/drawingml/2006/main">
              <a:ext uri="{FF2B5EF4-FFF2-40B4-BE49-F238E27FC236}">
                <a16:creationId xmlns:a16="http://schemas.microsoft.com/office/drawing/2014/main" id="{CB5A99F8-AD0B-43D7-BD6A-0D1070BB8894}"/>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06</a:t>
            </a:r>
          </a:p>
        </p:txBody>
      </p:sp>
      <p:sp>
        <p:nvSpPr>
          <p:cNvPr id="8" name="impl-stat-0">
            <a:extLst xmlns:a="http://schemas.openxmlformats.org/drawingml/2006/main">
              <a:ext uri="{FF2B5EF4-FFF2-40B4-BE49-F238E27FC236}">
                <a16:creationId xmlns:a16="http://schemas.microsoft.com/office/drawing/2014/main" id="{9B370EAD-0B39-4144-BDE5-41C0FF6018EB}"/>
              </a:ext>
            </a:extLst>
          </p:cNvPr>
          <p:cNvSpPr>
            <a:spLocks xmlns:a="http://schemas.openxmlformats.org/drawingml/2006/main" noGrp="1"/>
          </p:cNvSpPr>
          <p:nvPr/>
        </p:nvSpPr>
        <p:spPr>
          <a:xfrm xmlns:a="http://schemas.openxmlformats.org/drawingml/2006/main">
            <a:off x="800100" y="1809750"/>
            <a:ext cx="1238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164A3A"/>
                </a:solidFill>
                <a:latin typeface="Arial"/>
                <a:ea typeface="Arial"/>
                <a:cs typeface="Arial"/>
              </a:defRPr>
            </a:defPPr>
            <a:lvl1pPr algn="l">
              <a:defRPr sz="4350" b="1">
                <a:solidFill>
                  <a:srgbClr val="164A3A"/>
                </a:solidFill>
                <a:latin typeface="Arial"/>
                <a:ea typeface="Arial"/>
                <a:cs typeface="Arial"/>
              </a:defRPr>
            </a:lvl1pPr>
            <a:lvl2pPr algn="l">
              <a:defRPr sz="4350" b="1">
                <a:solidFill>
                  <a:srgbClr val="164A3A"/>
                </a:solidFill>
                <a:latin typeface="Arial"/>
                <a:ea typeface="Arial"/>
                <a:cs typeface="Arial"/>
              </a:defRPr>
            </a:lvl2pPr>
            <a:lvl3pPr algn="l">
              <a:defRPr sz="4350" b="1">
                <a:solidFill>
                  <a:srgbClr val="164A3A"/>
                </a:solidFill>
                <a:latin typeface="Arial"/>
                <a:ea typeface="Arial"/>
                <a:cs typeface="Arial"/>
              </a:defRPr>
            </a:lvl3pPr>
            <a:lvl4pPr algn="l">
              <a:defRPr sz="4350" b="1">
                <a:solidFill>
                  <a:srgbClr val="164A3A"/>
                </a:solidFill>
                <a:latin typeface="Arial"/>
                <a:ea typeface="Arial"/>
                <a:cs typeface="Arial"/>
              </a:defRPr>
            </a:lvl4pPr>
            <a:lvl5pPr algn="l">
              <a:defRPr sz="4350" b="1">
                <a:solidFill>
                  <a:srgbClr val="164A3A"/>
                </a:solidFill>
                <a:latin typeface="Arial"/>
                <a:ea typeface="Arial"/>
                <a:cs typeface="Arial"/>
              </a:defRPr>
            </a:lvl5pPr>
            <a:lvl6pPr algn="l">
              <a:defRPr sz="4350" b="1">
                <a:solidFill>
                  <a:srgbClr val="164A3A"/>
                </a:solidFill>
                <a:latin typeface="Arial"/>
                <a:ea typeface="Arial"/>
                <a:cs typeface="Arial"/>
              </a:defRPr>
            </a:lvl6pPr>
            <a:lvl7pPr algn="l">
              <a:defRPr sz="4350" b="1">
                <a:solidFill>
                  <a:srgbClr val="164A3A"/>
                </a:solidFill>
                <a:latin typeface="Arial"/>
                <a:ea typeface="Arial"/>
                <a:cs typeface="Arial"/>
              </a:defRPr>
            </a:lvl7pPr>
            <a:lvl8pPr algn="l">
              <a:defRPr sz="4350" b="1">
                <a:solidFill>
                  <a:srgbClr val="164A3A"/>
                </a:solidFill>
                <a:latin typeface="Arial"/>
                <a:ea typeface="Arial"/>
                <a:cs typeface="Arial"/>
              </a:defRPr>
            </a:lvl8pPr>
            <a:lvl9pPr algn="l">
              <a:defRPr sz="4350" b="1">
                <a:solidFill>
                  <a:srgbClr val="164A3A"/>
                </a:solidFill>
                <a:latin typeface="Arial"/>
                <a:ea typeface="Arial"/>
                <a:cs typeface="Arial"/>
              </a:defRPr>
            </a:lvl9pPr>
          </a:lstStyle>
          <a:p xmlns:a="http://schemas.openxmlformats.org/drawingml/2006/main">
            <a:pPr algn="l">
              <a:defRPr sz="4350" b="1">
                <a:solidFill>
                  <a:srgbClr val="164A3A"/>
                </a:solidFill>
                <a:latin typeface="Arial"/>
                <a:ea typeface="Arial"/>
                <a:cs typeface="Arial"/>
              </a:defRPr>
            </a:pPr>
            <a:r>
              <a:rPr sz="4350" b="1">
                <a:solidFill>
                  <a:srgbClr val="164A3A"/>
                </a:solidFill>
                <a:latin typeface="Arial"/>
                <a:ea typeface="Arial"/>
                <a:cs typeface="Arial"/>
              </a:rPr>
              <a:t>13</a:t>
            </a:r>
          </a:p>
        </p:txBody>
      </p:sp>
      <p:sp>
        <p:nvSpPr>
          <p:cNvPr id="9" name="impl-stat-label-0">
            <a:extLst xmlns:a="http://schemas.openxmlformats.org/drawingml/2006/main">
              <a:ext uri="{FF2B5EF4-FFF2-40B4-BE49-F238E27FC236}">
                <a16:creationId xmlns:a16="http://schemas.microsoft.com/office/drawing/2014/main" id="{BDACD981-DFE3-47E5-9E49-EF26D229EEAF}"/>
              </a:ext>
            </a:extLst>
          </p:cNvPr>
          <p:cNvSpPr>
            <a:spLocks xmlns:a="http://schemas.openxmlformats.org/drawingml/2006/main" noGrp="1"/>
          </p:cNvSpPr>
          <p:nvPr/>
        </p:nvSpPr>
        <p:spPr>
          <a:xfrm xmlns:a="http://schemas.openxmlformats.org/drawingml/2006/main">
            <a:off x="2114550" y="2009775"/>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64766E"/>
                </a:solidFill>
                <a:latin typeface="Arial"/>
                <a:ea typeface="Arial"/>
                <a:cs typeface="Arial"/>
              </a:defRPr>
            </a:defPPr>
            <a:lvl1pPr algn="l">
              <a:defRPr sz="1575" b="1">
                <a:solidFill>
                  <a:srgbClr val="64766E"/>
                </a:solidFill>
                <a:latin typeface="Arial"/>
                <a:ea typeface="Arial"/>
                <a:cs typeface="Arial"/>
              </a:defRPr>
            </a:lvl1pPr>
            <a:lvl2pPr algn="l">
              <a:defRPr sz="1575" b="1">
                <a:solidFill>
                  <a:srgbClr val="64766E"/>
                </a:solidFill>
                <a:latin typeface="Arial"/>
                <a:ea typeface="Arial"/>
                <a:cs typeface="Arial"/>
              </a:defRPr>
            </a:lvl2pPr>
            <a:lvl3pPr algn="l">
              <a:defRPr sz="1575" b="1">
                <a:solidFill>
                  <a:srgbClr val="64766E"/>
                </a:solidFill>
                <a:latin typeface="Arial"/>
                <a:ea typeface="Arial"/>
                <a:cs typeface="Arial"/>
              </a:defRPr>
            </a:lvl3pPr>
            <a:lvl4pPr algn="l">
              <a:defRPr sz="1575" b="1">
                <a:solidFill>
                  <a:srgbClr val="64766E"/>
                </a:solidFill>
                <a:latin typeface="Arial"/>
                <a:ea typeface="Arial"/>
                <a:cs typeface="Arial"/>
              </a:defRPr>
            </a:lvl4pPr>
            <a:lvl5pPr algn="l">
              <a:defRPr sz="1575" b="1">
                <a:solidFill>
                  <a:srgbClr val="64766E"/>
                </a:solidFill>
                <a:latin typeface="Arial"/>
                <a:ea typeface="Arial"/>
                <a:cs typeface="Arial"/>
              </a:defRPr>
            </a:lvl5pPr>
            <a:lvl6pPr algn="l">
              <a:defRPr sz="1575" b="1">
                <a:solidFill>
                  <a:srgbClr val="64766E"/>
                </a:solidFill>
                <a:latin typeface="Arial"/>
                <a:ea typeface="Arial"/>
                <a:cs typeface="Arial"/>
              </a:defRPr>
            </a:lvl6pPr>
            <a:lvl7pPr algn="l">
              <a:defRPr sz="1575" b="1">
                <a:solidFill>
                  <a:srgbClr val="64766E"/>
                </a:solidFill>
                <a:latin typeface="Arial"/>
                <a:ea typeface="Arial"/>
                <a:cs typeface="Arial"/>
              </a:defRPr>
            </a:lvl7pPr>
            <a:lvl8pPr algn="l">
              <a:defRPr sz="1575" b="1">
                <a:solidFill>
                  <a:srgbClr val="64766E"/>
                </a:solidFill>
                <a:latin typeface="Arial"/>
                <a:ea typeface="Arial"/>
                <a:cs typeface="Arial"/>
              </a:defRPr>
            </a:lvl8pPr>
            <a:lvl9pPr algn="l">
              <a:defRPr sz="1575" b="1">
                <a:solidFill>
                  <a:srgbClr val="64766E"/>
                </a:solidFill>
                <a:latin typeface="Arial"/>
                <a:ea typeface="Arial"/>
                <a:cs typeface="Arial"/>
              </a:defRPr>
            </a:lvl9pPr>
          </a:lstStyle>
          <a:p xmlns:a="http://schemas.openxmlformats.org/drawingml/2006/main">
            <a:pPr algn="l">
              <a:defRPr sz="1575" b="1">
                <a:solidFill>
                  <a:srgbClr val="64766E"/>
                </a:solidFill>
                <a:latin typeface="Arial"/>
                <a:ea typeface="Arial"/>
                <a:cs typeface="Arial"/>
              </a:defRPr>
            </a:pPr>
            <a:r>
              <a:rPr sz="1575" b="1">
                <a:solidFill>
                  <a:srgbClr val="64766E"/>
                </a:solidFill>
                <a:latin typeface="Arial"/>
                <a:ea typeface="Arial"/>
                <a:cs typeface="Arial"/>
              </a:rPr>
              <a:t>tables</a:t>
            </a:r>
          </a:p>
        </p:txBody>
      </p:sp>
      <p:sp>
        <p:nvSpPr>
          <p:cNvPr id="10" name="impl-v-0">
            <a:extLst xmlns:a="http://schemas.openxmlformats.org/drawingml/2006/main">
              <a:ext uri="{FF2B5EF4-FFF2-40B4-BE49-F238E27FC236}">
                <a16:creationId xmlns:a16="http://schemas.microsoft.com/office/drawing/2014/main" id="{C6B511B5-E540-4A5E-B03A-DBB9CF09958E}"/>
              </a:ext>
            </a:extLst>
          </p:cNvPr>
          <p:cNvSpPr>
            <a:spLocks xmlns:a="http://schemas.openxmlformats.org/drawingml/2006/main" noGrp="1"/>
          </p:cNvSpPr>
          <p:nvPr/>
        </p:nvSpPr>
        <p:spPr>
          <a:xfrm xmlns:a="http://schemas.openxmlformats.org/drawingml/2006/main">
            <a:off x="3333750" y="1876425"/>
            <a:ext cx="19050" cy="8572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1" name="impl-stat-1">
            <a:extLst xmlns:a="http://schemas.openxmlformats.org/drawingml/2006/main">
              <a:ext uri="{FF2B5EF4-FFF2-40B4-BE49-F238E27FC236}">
                <a16:creationId xmlns:a16="http://schemas.microsoft.com/office/drawing/2014/main" id="{6D109DFB-6D97-4C69-9F7A-12811838EC19}"/>
              </a:ext>
            </a:extLst>
          </p:cNvPr>
          <p:cNvSpPr>
            <a:spLocks xmlns:a="http://schemas.openxmlformats.org/drawingml/2006/main" noGrp="1"/>
          </p:cNvSpPr>
          <p:nvPr/>
        </p:nvSpPr>
        <p:spPr>
          <a:xfrm xmlns:a="http://schemas.openxmlformats.org/drawingml/2006/main">
            <a:off x="3514725" y="1809750"/>
            <a:ext cx="1238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164A3A"/>
                </a:solidFill>
                <a:latin typeface="Arial"/>
                <a:ea typeface="Arial"/>
                <a:cs typeface="Arial"/>
              </a:defRPr>
            </a:defPPr>
            <a:lvl1pPr algn="l">
              <a:defRPr sz="4350" b="1">
                <a:solidFill>
                  <a:srgbClr val="164A3A"/>
                </a:solidFill>
                <a:latin typeface="Arial"/>
                <a:ea typeface="Arial"/>
                <a:cs typeface="Arial"/>
              </a:defRPr>
            </a:lvl1pPr>
            <a:lvl2pPr algn="l">
              <a:defRPr sz="4350" b="1">
                <a:solidFill>
                  <a:srgbClr val="164A3A"/>
                </a:solidFill>
                <a:latin typeface="Arial"/>
                <a:ea typeface="Arial"/>
                <a:cs typeface="Arial"/>
              </a:defRPr>
            </a:lvl2pPr>
            <a:lvl3pPr algn="l">
              <a:defRPr sz="4350" b="1">
                <a:solidFill>
                  <a:srgbClr val="164A3A"/>
                </a:solidFill>
                <a:latin typeface="Arial"/>
                <a:ea typeface="Arial"/>
                <a:cs typeface="Arial"/>
              </a:defRPr>
            </a:lvl3pPr>
            <a:lvl4pPr algn="l">
              <a:defRPr sz="4350" b="1">
                <a:solidFill>
                  <a:srgbClr val="164A3A"/>
                </a:solidFill>
                <a:latin typeface="Arial"/>
                <a:ea typeface="Arial"/>
                <a:cs typeface="Arial"/>
              </a:defRPr>
            </a:lvl4pPr>
            <a:lvl5pPr algn="l">
              <a:defRPr sz="4350" b="1">
                <a:solidFill>
                  <a:srgbClr val="164A3A"/>
                </a:solidFill>
                <a:latin typeface="Arial"/>
                <a:ea typeface="Arial"/>
                <a:cs typeface="Arial"/>
              </a:defRPr>
            </a:lvl5pPr>
            <a:lvl6pPr algn="l">
              <a:defRPr sz="4350" b="1">
                <a:solidFill>
                  <a:srgbClr val="164A3A"/>
                </a:solidFill>
                <a:latin typeface="Arial"/>
                <a:ea typeface="Arial"/>
                <a:cs typeface="Arial"/>
              </a:defRPr>
            </a:lvl6pPr>
            <a:lvl7pPr algn="l">
              <a:defRPr sz="4350" b="1">
                <a:solidFill>
                  <a:srgbClr val="164A3A"/>
                </a:solidFill>
                <a:latin typeface="Arial"/>
                <a:ea typeface="Arial"/>
                <a:cs typeface="Arial"/>
              </a:defRPr>
            </a:lvl7pPr>
            <a:lvl8pPr algn="l">
              <a:defRPr sz="4350" b="1">
                <a:solidFill>
                  <a:srgbClr val="164A3A"/>
                </a:solidFill>
                <a:latin typeface="Arial"/>
                <a:ea typeface="Arial"/>
                <a:cs typeface="Arial"/>
              </a:defRPr>
            </a:lvl8pPr>
            <a:lvl9pPr algn="l">
              <a:defRPr sz="4350" b="1">
                <a:solidFill>
                  <a:srgbClr val="164A3A"/>
                </a:solidFill>
                <a:latin typeface="Arial"/>
                <a:ea typeface="Arial"/>
                <a:cs typeface="Arial"/>
              </a:defRPr>
            </a:lvl9pPr>
          </a:lstStyle>
          <a:p xmlns:a="http://schemas.openxmlformats.org/drawingml/2006/main">
            <a:pPr algn="l">
              <a:defRPr sz="4350" b="1">
                <a:solidFill>
                  <a:srgbClr val="164A3A"/>
                </a:solidFill>
                <a:latin typeface="Arial"/>
                <a:ea typeface="Arial"/>
                <a:cs typeface="Arial"/>
              </a:defRPr>
            </a:pPr>
            <a:r>
              <a:rPr sz="4350" b="1">
                <a:solidFill>
                  <a:srgbClr val="164A3A"/>
                </a:solidFill>
                <a:latin typeface="Arial"/>
                <a:ea typeface="Arial"/>
                <a:cs typeface="Arial"/>
              </a:rPr>
              <a:t>4</a:t>
            </a:r>
          </a:p>
        </p:txBody>
      </p:sp>
      <p:sp>
        <p:nvSpPr>
          <p:cNvPr id="12" name="impl-stat-label-1">
            <a:extLst xmlns:a="http://schemas.openxmlformats.org/drawingml/2006/main">
              <a:ext uri="{FF2B5EF4-FFF2-40B4-BE49-F238E27FC236}">
                <a16:creationId xmlns:a16="http://schemas.microsoft.com/office/drawing/2014/main" id="{674423AD-5D76-4967-A10C-26AB7DA3314B}"/>
              </a:ext>
            </a:extLst>
          </p:cNvPr>
          <p:cNvSpPr>
            <a:spLocks xmlns:a="http://schemas.openxmlformats.org/drawingml/2006/main" noGrp="1"/>
          </p:cNvSpPr>
          <p:nvPr/>
        </p:nvSpPr>
        <p:spPr>
          <a:xfrm xmlns:a="http://schemas.openxmlformats.org/drawingml/2006/main">
            <a:off x="4829175" y="2009775"/>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64766E"/>
                </a:solidFill>
                <a:latin typeface="Arial"/>
                <a:ea typeface="Arial"/>
                <a:cs typeface="Arial"/>
              </a:defRPr>
            </a:defPPr>
            <a:lvl1pPr algn="l">
              <a:defRPr sz="1575" b="1">
                <a:solidFill>
                  <a:srgbClr val="64766E"/>
                </a:solidFill>
                <a:latin typeface="Arial"/>
                <a:ea typeface="Arial"/>
                <a:cs typeface="Arial"/>
              </a:defRPr>
            </a:lvl1pPr>
            <a:lvl2pPr algn="l">
              <a:defRPr sz="1575" b="1">
                <a:solidFill>
                  <a:srgbClr val="64766E"/>
                </a:solidFill>
                <a:latin typeface="Arial"/>
                <a:ea typeface="Arial"/>
                <a:cs typeface="Arial"/>
              </a:defRPr>
            </a:lvl2pPr>
            <a:lvl3pPr algn="l">
              <a:defRPr sz="1575" b="1">
                <a:solidFill>
                  <a:srgbClr val="64766E"/>
                </a:solidFill>
                <a:latin typeface="Arial"/>
                <a:ea typeface="Arial"/>
                <a:cs typeface="Arial"/>
              </a:defRPr>
            </a:lvl3pPr>
            <a:lvl4pPr algn="l">
              <a:defRPr sz="1575" b="1">
                <a:solidFill>
                  <a:srgbClr val="64766E"/>
                </a:solidFill>
                <a:latin typeface="Arial"/>
                <a:ea typeface="Arial"/>
                <a:cs typeface="Arial"/>
              </a:defRPr>
            </a:lvl4pPr>
            <a:lvl5pPr algn="l">
              <a:defRPr sz="1575" b="1">
                <a:solidFill>
                  <a:srgbClr val="64766E"/>
                </a:solidFill>
                <a:latin typeface="Arial"/>
                <a:ea typeface="Arial"/>
                <a:cs typeface="Arial"/>
              </a:defRPr>
            </a:lvl5pPr>
            <a:lvl6pPr algn="l">
              <a:defRPr sz="1575" b="1">
                <a:solidFill>
                  <a:srgbClr val="64766E"/>
                </a:solidFill>
                <a:latin typeface="Arial"/>
                <a:ea typeface="Arial"/>
                <a:cs typeface="Arial"/>
              </a:defRPr>
            </a:lvl6pPr>
            <a:lvl7pPr algn="l">
              <a:defRPr sz="1575" b="1">
                <a:solidFill>
                  <a:srgbClr val="64766E"/>
                </a:solidFill>
                <a:latin typeface="Arial"/>
                <a:ea typeface="Arial"/>
                <a:cs typeface="Arial"/>
              </a:defRPr>
            </a:lvl7pPr>
            <a:lvl8pPr algn="l">
              <a:defRPr sz="1575" b="1">
                <a:solidFill>
                  <a:srgbClr val="64766E"/>
                </a:solidFill>
                <a:latin typeface="Arial"/>
                <a:ea typeface="Arial"/>
                <a:cs typeface="Arial"/>
              </a:defRPr>
            </a:lvl8pPr>
            <a:lvl9pPr algn="l">
              <a:defRPr sz="1575" b="1">
                <a:solidFill>
                  <a:srgbClr val="64766E"/>
                </a:solidFill>
                <a:latin typeface="Arial"/>
                <a:ea typeface="Arial"/>
                <a:cs typeface="Arial"/>
              </a:defRPr>
            </a:lvl9pPr>
          </a:lstStyle>
          <a:p xmlns:a="http://schemas.openxmlformats.org/drawingml/2006/main">
            <a:pPr algn="l">
              <a:defRPr sz="1575" b="1">
                <a:solidFill>
                  <a:srgbClr val="64766E"/>
                </a:solidFill>
                <a:latin typeface="Arial"/>
                <a:ea typeface="Arial"/>
                <a:cs typeface="Arial"/>
              </a:defRPr>
            </a:pPr>
            <a:r>
              <a:rPr sz="1575" b="1">
                <a:solidFill>
                  <a:srgbClr val="64766E"/>
                </a:solidFill>
                <a:latin typeface="Arial"/>
                <a:ea typeface="Arial"/>
                <a:cs typeface="Arial"/>
              </a:rPr>
              <a:t>views</a:t>
            </a:r>
          </a:p>
        </p:txBody>
      </p:sp>
      <p:sp>
        <p:nvSpPr>
          <p:cNvPr id="13" name="impl-v-1">
            <a:extLst xmlns:a="http://schemas.openxmlformats.org/drawingml/2006/main">
              <a:ext uri="{FF2B5EF4-FFF2-40B4-BE49-F238E27FC236}">
                <a16:creationId xmlns:a16="http://schemas.microsoft.com/office/drawing/2014/main" id="{4AE63F79-1799-4D10-991C-706DC24374CE}"/>
              </a:ext>
            </a:extLst>
          </p:cNvPr>
          <p:cNvSpPr>
            <a:spLocks xmlns:a="http://schemas.openxmlformats.org/drawingml/2006/main" noGrp="1"/>
          </p:cNvSpPr>
          <p:nvPr/>
        </p:nvSpPr>
        <p:spPr>
          <a:xfrm xmlns:a="http://schemas.openxmlformats.org/drawingml/2006/main">
            <a:off x="6048375" y="1876425"/>
            <a:ext cx="19050" cy="8572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4" name="impl-stat-2">
            <a:extLst xmlns:a="http://schemas.openxmlformats.org/drawingml/2006/main">
              <a:ext uri="{FF2B5EF4-FFF2-40B4-BE49-F238E27FC236}">
                <a16:creationId xmlns:a16="http://schemas.microsoft.com/office/drawing/2014/main" id="{E10CE45A-6532-4CBB-B73C-D26277C4846C}"/>
              </a:ext>
            </a:extLst>
          </p:cNvPr>
          <p:cNvSpPr>
            <a:spLocks xmlns:a="http://schemas.openxmlformats.org/drawingml/2006/main" noGrp="1"/>
          </p:cNvSpPr>
          <p:nvPr/>
        </p:nvSpPr>
        <p:spPr>
          <a:xfrm xmlns:a="http://schemas.openxmlformats.org/drawingml/2006/main">
            <a:off x="6229350" y="1809750"/>
            <a:ext cx="1238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164A3A"/>
                </a:solidFill>
                <a:latin typeface="Arial"/>
                <a:ea typeface="Arial"/>
                <a:cs typeface="Arial"/>
              </a:defRPr>
            </a:defPPr>
            <a:lvl1pPr algn="l">
              <a:defRPr sz="4350" b="1">
                <a:solidFill>
                  <a:srgbClr val="164A3A"/>
                </a:solidFill>
                <a:latin typeface="Arial"/>
                <a:ea typeface="Arial"/>
                <a:cs typeface="Arial"/>
              </a:defRPr>
            </a:lvl1pPr>
            <a:lvl2pPr algn="l">
              <a:defRPr sz="4350" b="1">
                <a:solidFill>
                  <a:srgbClr val="164A3A"/>
                </a:solidFill>
                <a:latin typeface="Arial"/>
                <a:ea typeface="Arial"/>
                <a:cs typeface="Arial"/>
              </a:defRPr>
            </a:lvl2pPr>
            <a:lvl3pPr algn="l">
              <a:defRPr sz="4350" b="1">
                <a:solidFill>
                  <a:srgbClr val="164A3A"/>
                </a:solidFill>
                <a:latin typeface="Arial"/>
                <a:ea typeface="Arial"/>
                <a:cs typeface="Arial"/>
              </a:defRPr>
            </a:lvl3pPr>
            <a:lvl4pPr algn="l">
              <a:defRPr sz="4350" b="1">
                <a:solidFill>
                  <a:srgbClr val="164A3A"/>
                </a:solidFill>
                <a:latin typeface="Arial"/>
                <a:ea typeface="Arial"/>
                <a:cs typeface="Arial"/>
              </a:defRPr>
            </a:lvl4pPr>
            <a:lvl5pPr algn="l">
              <a:defRPr sz="4350" b="1">
                <a:solidFill>
                  <a:srgbClr val="164A3A"/>
                </a:solidFill>
                <a:latin typeface="Arial"/>
                <a:ea typeface="Arial"/>
                <a:cs typeface="Arial"/>
              </a:defRPr>
            </a:lvl5pPr>
            <a:lvl6pPr algn="l">
              <a:defRPr sz="4350" b="1">
                <a:solidFill>
                  <a:srgbClr val="164A3A"/>
                </a:solidFill>
                <a:latin typeface="Arial"/>
                <a:ea typeface="Arial"/>
                <a:cs typeface="Arial"/>
              </a:defRPr>
            </a:lvl6pPr>
            <a:lvl7pPr algn="l">
              <a:defRPr sz="4350" b="1">
                <a:solidFill>
                  <a:srgbClr val="164A3A"/>
                </a:solidFill>
                <a:latin typeface="Arial"/>
                <a:ea typeface="Arial"/>
                <a:cs typeface="Arial"/>
              </a:defRPr>
            </a:lvl7pPr>
            <a:lvl8pPr algn="l">
              <a:defRPr sz="4350" b="1">
                <a:solidFill>
                  <a:srgbClr val="164A3A"/>
                </a:solidFill>
                <a:latin typeface="Arial"/>
                <a:ea typeface="Arial"/>
                <a:cs typeface="Arial"/>
              </a:defRPr>
            </a:lvl8pPr>
            <a:lvl9pPr algn="l">
              <a:defRPr sz="4350" b="1">
                <a:solidFill>
                  <a:srgbClr val="164A3A"/>
                </a:solidFill>
                <a:latin typeface="Arial"/>
                <a:ea typeface="Arial"/>
                <a:cs typeface="Arial"/>
              </a:defRPr>
            </a:lvl9pPr>
          </a:lstStyle>
          <a:p xmlns:a="http://schemas.openxmlformats.org/drawingml/2006/main">
            <a:pPr algn="l">
              <a:defRPr sz="4350" b="1">
                <a:solidFill>
                  <a:srgbClr val="164A3A"/>
                </a:solidFill>
                <a:latin typeface="Arial"/>
                <a:ea typeface="Arial"/>
                <a:cs typeface="Arial"/>
              </a:defRPr>
            </a:pPr>
            <a:r>
              <a:rPr sz="4350" b="1">
                <a:solidFill>
                  <a:srgbClr val="164A3A"/>
                </a:solidFill>
                <a:latin typeface="Arial"/>
                <a:ea typeface="Arial"/>
                <a:cs typeface="Arial"/>
              </a:rPr>
              <a:t>15</a:t>
            </a:r>
          </a:p>
        </p:txBody>
      </p:sp>
      <p:sp>
        <p:nvSpPr>
          <p:cNvPr id="15" name="impl-stat-label-2">
            <a:extLst xmlns:a="http://schemas.openxmlformats.org/drawingml/2006/main">
              <a:ext uri="{FF2B5EF4-FFF2-40B4-BE49-F238E27FC236}">
                <a16:creationId xmlns:a16="http://schemas.microsoft.com/office/drawing/2014/main" id="{9D2CD4DE-5DEF-4C03-8C99-7D42F967D4FE}"/>
              </a:ext>
            </a:extLst>
          </p:cNvPr>
          <p:cNvSpPr>
            <a:spLocks xmlns:a="http://schemas.openxmlformats.org/drawingml/2006/main" noGrp="1"/>
          </p:cNvSpPr>
          <p:nvPr/>
        </p:nvSpPr>
        <p:spPr>
          <a:xfrm xmlns:a="http://schemas.openxmlformats.org/drawingml/2006/main">
            <a:off x="7543800" y="2009775"/>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64766E"/>
                </a:solidFill>
                <a:latin typeface="Arial"/>
                <a:ea typeface="Arial"/>
                <a:cs typeface="Arial"/>
              </a:defRPr>
            </a:defPPr>
            <a:lvl1pPr algn="l">
              <a:defRPr sz="1575" b="1">
                <a:solidFill>
                  <a:srgbClr val="64766E"/>
                </a:solidFill>
                <a:latin typeface="Arial"/>
                <a:ea typeface="Arial"/>
                <a:cs typeface="Arial"/>
              </a:defRPr>
            </a:lvl1pPr>
            <a:lvl2pPr algn="l">
              <a:defRPr sz="1575" b="1">
                <a:solidFill>
                  <a:srgbClr val="64766E"/>
                </a:solidFill>
                <a:latin typeface="Arial"/>
                <a:ea typeface="Arial"/>
                <a:cs typeface="Arial"/>
              </a:defRPr>
            </a:lvl2pPr>
            <a:lvl3pPr algn="l">
              <a:defRPr sz="1575" b="1">
                <a:solidFill>
                  <a:srgbClr val="64766E"/>
                </a:solidFill>
                <a:latin typeface="Arial"/>
                <a:ea typeface="Arial"/>
                <a:cs typeface="Arial"/>
              </a:defRPr>
            </a:lvl3pPr>
            <a:lvl4pPr algn="l">
              <a:defRPr sz="1575" b="1">
                <a:solidFill>
                  <a:srgbClr val="64766E"/>
                </a:solidFill>
                <a:latin typeface="Arial"/>
                <a:ea typeface="Arial"/>
                <a:cs typeface="Arial"/>
              </a:defRPr>
            </a:lvl4pPr>
            <a:lvl5pPr algn="l">
              <a:defRPr sz="1575" b="1">
                <a:solidFill>
                  <a:srgbClr val="64766E"/>
                </a:solidFill>
                <a:latin typeface="Arial"/>
                <a:ea typeface="Arial"/>
                <a:cs typeface="Arial"/>
              </a:defRPr>
            </a:lvl5pPr>
            <a:lvl6pPr algn="l">
              <a:defRPr sz="1575" b="1">
                <a:solidFill>
                  <a:srgbClr val="64766E"/>
                </a:solidFill>
                <a:latin typeface="Arial"/>
                <a:ea typeface="Arial"/>
                <a:cs typeface="Arial"/>
              </a:defRPr>
            </a:lvl6pPr>
            <a:lvl7pPr algn="l">
              <a:defRPr sz="1575" b="1">
                <a:solidFill>
                  <a:srgbClr val="64766E"/>
                </a:solidFill>
                <a:latin typeface="Arial"/>
                <a:ea typeface="Arial"/>
                <a:cs typeface="Arial"/>
              </a:defRPr>
            </a:lvl7pPr>
            <a:lvl8pPr algn="l">
              <a:defRPr sz="1575" b="1">
                <a:solidFill>
                  <a:srgbClr val="64766E"/>
                </a:solidFill>
                <a:latin typeface="Arial"/>
                <a:ea typeface="Arial"/>
                <a:cs typeface="Arial"/>
              </a:defRPr>
            </a:lvl8pPr>
            <a:lvl9pPr algn="l">
              <a:defRPr sz="1575" b="1">
                <a:solidFill>
                  <a:srgbClr val="64766E"/>
                </a:solidFill>
                <a:latin typeface="Arial"/>
                <a:ea typeface="Arial"/>
                <a:cs typeface="Arial"/>
              </a:defRPr>
            </a:lvl9pPr>
          </a:lstStyle>
          <a:p xmlns:a="http://schemas.openxmlformats.org/drawingml/2006/main">
            <a:pPr algn="l">
              <a:defRPr sz="1575" b="1">
                <a:solidFill>
                  <a:srgbClr val="64766E"/>
                </a:solidFill>
                <a:latin typeface="Arial"/>
                <a:ea typeface="Arial"/>
                <a:cs typeface="Arial"/>
              </a:defRPr>
            </a:pPr>
            <a:r>
              <a:rPr sz="1575" b="1">
                <a:solidFill>
                  <a:srgbClr val="64766E"/>
                </a:solidFill>
                <a:latin typeface="Arial"/>
                <a:ea typeface="Arial"/>
                <a:cs typeface="Arial"/>
              </a:rPr>
              <a:t>triggers</a:t>
            </a:r>
          </a:p>
        </p:txBody>
      </p:sp>
      <p:sp>
        <p:nvSpPr>
          <p:cNvPr id="16" name="impl-v-2">
            <a:extLst xmlns:a="http://schemas.openxmlformats.org/drawingml/2006/main">
              <a:ext uri="{FF2B5EF4-FFF2-40B4-BE49-F238E27FC236}">
                <a16:creationId xmlns:a16="http://schemas.microsoft.com/office/drawing/2014/main" id="{2048F978-57E8-4AE0-911D-7BFE49CB92AF}"/>
              </a:ext>
            </a:extLst>
          </p:cNvPr>
          <p:cNvSpPr>
            <a:spLocks xmlns:a="http://schemas.openxmlformats.org/drawingml/2006/main" noGrp="1"/>
          </p:cNvSpPr>
          <p:nvPr/>
        </p:nvSpPr>
        <p:spPr>
          <a:xfrm xmlns:a="http://schemas.openxmlformats.org/drawingml/2006/main">
            <a:off x="8763000" y="1876425"/>
            <a:ext cx="19050" cy="8572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7" name="impl-stat-3">
            <a:extLst xmlns:a="http://schemas.openxmlformats.org/drawingml/2006/main">
              <a:ext uri="{FF2B5EF4-FFF2-40B4-BE49-F238E27FC236}">
                <a16:creationId xmlns:a16="http://schemas.microsoft.com/office/drawing/2014/main" id="{C2B9E5DC-C1D9-4315-AE66-BEFFEE6708C5}"/>
              </a:ext>
            </a:extLst>
          </p:cNvPr>
          <p:cNvSpPr>
            <a:spLocks xmlns:a="http://schemas.openxmlformats.org/drawingml/2006/main" noGrp="1"/>
          </p:cNvSpPr>
          <p:nvPr/>
        </p:nvSpPr>
        <p:spPr>
          <a:xfrm xmlns:a="http://schemas.openxmlformats.org/drawingml/2006/main">
            <a:off x="8943975" y="1809750"/>
            <a:ext cx="1238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164A3A"/>
                </a:solidFill>
                <a:latin typeface="Arial"/>
                <a:ea typeface="Arial"/>
                <a:cs typeface="Arial"/>
              </a:defRPr>
            </a:defPPr>
            <a:lvl1pPr algn="l">
              <a:defRPr sz="4350" b="1">
                <a:solidFill>
                  <a:srgbClr val="164A3A"/>
                </a:solidFill>
                <a:latin typeface="Arial"/>
                <a:ea typeface="Arial"/>
                <a:cs typeface="Arial"/>
              </a:defRPr>
            </a:lvl1pPr>
            <a:lvl2pPr algn="l">
              <a:defRPr sz="4350" b="1">
                <a:solidFill>
                  <a:srgbClr val="164A3A"/>
                </a:solidFill>
                <a:latin typeface="Arial"/>
                <a:ea typeface="Arial"/>
                <a:cs typeface="Arial"/>
              </a:defRPr>
            </a:lvl2pPr>
            <a:lvl3pPr algn="l">
              <a:defRPr sz="4350" b="1">
                <a:solidFill>
                  <a:srgbClr val="164A3A"/>
                </a:solidFill>
                <a:latin typeface="Arial"/>
                <a:ea typeface="Arial"/>
                <a:cs typeface="Arial"/>
              </a:defRPr>
            </a:lvl3pPr>
            <a:lvl4pPr algn="l">
              <a:defRPr sz="4350" b="1">
                <a:solidFill>
                  <a:srgbClr val="164A3A"/>
                </a:solidFill>
                <a:latin typeface="Arial"/>
                <a:ea typeface="Arial"/>
                <a:cs typeface="Arial"/>
              </a:defRPr>
            </a:lvl4pPr>
            <a:lvl5pPr algn="l">
              <a:defRPr sz="4350" b="1">
                <a:solidFill>
                  <a:srgbClr val="164A3A"/>
                </a:solidFill>
                <a:latin typeface="Arial"/>
                <a:ea typeface="Arial"/>
                <a:cs typeface="Arial"/>
              </a:defRPr>
            </a:lvl5pPr>
            <a:lvl6pPr algn="l">
              <a:defRPr sz="4350" b="1">
                <a:solidFill>
                  <a:srgbClr val="164A3A"/>
                </a:solidFill>
                <a:latin typeface="Arial"/>
                <a:ea typeface="Arial"/>
                <a:cs typeface="Arial"/>
              </a:defRPr>
            </a:lvl6pPr>
            <a:lvl7pPr algn="l">
              <a:defRPr sz="4350" b="1">
                <a:solidFill>
                  <a:srgbClr val="164A3A"/>
                </a:solidFill>
                <a:latin typeface="Arial"/>
                <a:ea typeface="Arial"/>
                <a:cs typeface="Arial"/>
              </a:defRPr>
            </a:lvl7pPr>
            <a:lvl8pPr algn="l">
              <a:defRPr sz="4350" b="1">
                <a:solidFill>
                  <a:srgbClr val="164A3A"/>
                </a:solidFill>
                <a:latin typeface="Arial"/>
                <a:ea typeface="Arial"/>
                <a:cs typeface="Arial"/>
              </a:defRPr>
            </a:lvl8pPr>
            <a:lvl9pPr algn="l">
              <a:defRPr sz="4350" b="1">
                <a:solidFill>
                  <a:srgbClr val="164A3A"/>
                </a:solidFill>
                <a:latin typeface="Arial"/>
                <a:ea typeface="Arial"/>
                <a:cs typeface="Arial"/>
              </a:defRPr>
            </a:lvl9pPr>
          </a:lstStyle>
          <a:p xmlns:a="http://schemas.openxmlformats.org/drawingml/2006/main">
            <a:pPr algn="l">
              <a:defRPr sz="4350" b="1">
                <a:solidFill>
                  <a:srgbClr val="164A3A"/>
                </a:solidFill>
                <a:latin typeface="Arial"/>
                <a:ea typeface="Arial"/>
                <a:cs typeface="Arial"/>
              </a:defRPr>
            </a:pPr>
            <a:r>
              <a:rPr sz="4350" b="1">
                <a:solidFill>
                  <a:srgbClr val="164A3A"/>
                </a:solidFill>
                <a:latin typeface="Arial"/>
                <a:ea typeface="Arial"/>
                <a:cs typeface="Arial"/>
              </a:rPr>
              <a:t>5</a:t>
            </a:r>
          </a:p>
        </p:txBody>
      </p:sp>
      <p:sp>
        <p:nvSpPr>
          <p:cNvPr id="18" name="impl-stat-label-3">
            <a:extLst xmlns:a="http://schemas.openxmlformats.org/drawingml/2006/main">
              <a:ext uri="{FF2B5EF4-FFF2-40B4-BE49-F238E27FC236}">
                <a16:creationId xmlns:a16="http://schemas.microsoft.com/office/drawing/2014/main" id="{B605E3F9-46DB-48CF-80A6-926375CD65EA}"/>
              </a:ext>
            </a:extLst>
          </p:cNvPr>
          <p:cNvSpPr>
            <a:spLocks xmlns:a="http://schemas.openxmlformats.org/drawingml/2006/main" noGrp="1"/>
          </p:cNvSpPr>
          <p:nvPr/>
        </p:nvSpPr>
        <p:spPr>
          <a:xfrm xmlns:a="http://schemas.openxmlformats.org/drawingml/2006/main">
            <a:off x="10258425" y="2009775"/>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64766E"/>
                </a:solidFill>
                <a:latin typeface="Arial"/>
                <a:ea typeface="Arial"/>
                <a:cs typeface="Arial"/>
              </a:defRPr>
            </a:defPPr>
            <a:lvl1pPr algn="l">
              <a:defRPr sz="1575" b="1">
                <a:solidFill>
                  <a:srgbClr val="64766E"/>
                </a:solidFill>
                <a:latin typeface="Arial"/>
                <a:ea typeface="Arial"/>
                <a:cs typeface="Arial"/>
              </a:defRPr>
            </a:lvl1pPr>
            <a:lvl2pPr algn="l">
              <a:defRPr sz="1575" b="1">
                <a:solidFill>
                  <a:srgbClr val="64766E"/>
                </a:solidFill>
                <a:latin typeface="Arial"/>
                <a:ea typeface="Arial"/>
                <a:cs typeface="Arial"/>
              </a:defRPr>
            </a:lvl2pPr>
            <a:lvl3pPr algn="l">
              <a:defRPr sz="1575" b="1">
                <a:solidFill>
                  <a:srgbClr val="64766E"/>
                </a:solidFill>
                <a:latin typeface="Arial"/>
                <a:ea typeface="Arial"/>
                <a:cs typeface="Arial"/>
              </a:defRPr>
            </a:lvl3pPr>
            <a:lvl4pPr algn="l">
              <a:defRPr sz="1575" b="1">
                <a:solidFill>
                  <a:srgbClr val="64766E"/>
                </a:solidFill>
                <a:latin typeface="Arial"/>
                <a:ea typeface="Arial"/>
                <a:cs typeface="Arial"/>
              </a:defRPr>
            </a:lvl4pPr>
            <a:lvl5pPr algn="l">
              <a:defRPr sz="1575" b="1">
                <a:solidFill>
                  <a:srgbClr val="64766E"/>
                </a:solidFill>
                <a:latin typeface="Arial"/>
                <a:ea typeface="Arial"/>
                <a:cs typeface="Arial"/>
              </a:defRPr>
            </a:lvl5pPr>
            <a:lvl6pPr algn="l">
              <a:defRPr sz="1575" b="1">
                <a:solidFill>
                  <a:srgbClr val="64766E"/>
                </a:solidFill>
                <a:latin typeface="Arial"/>
                <a:ea typeface="Arial"/>
                <a:cs typeface="Arial"/>
              </a:defRPr>
            </a:lvl6pPr>
            <a:lvl7pPr algn="l">
              <a:defRPr sz="1575" b="1">
                <a:solidFill>
                  <a:srgbClr val="64766E"/>
                </a:solidFill>
                <a:latin typeface="Arial"/>
                <a:ea typeface="Arial"/>
                <a:cs typeface="Arial"/>
              </a:defRPr>
            </a:lvl7pPr>
            <a:lvl8pPr algn="l">
              <a:defRPr sz="1575" b="1">
                <a:solidFill>
                  <a:srgbClr val="64766E"/>
                </a:solidFill>
                <a:latin typeface="Arial"/>
                <a:ea typeface="Arial"/>
                <a:cs typeface="Arial"/>
              </a:defRPr>
            </a:lvl8pPr>
            <a:lvl9pPr algn="l">
              <a:defRPr sz="1575" b="1">
                <a:solidFill>
                  <a:srgbClr val="64766E"/>
                </a:solidFill>
                <a:latin typeface="Arial"/>
                <a:ea typeface="Arial"/>
                <a:cs typeface="Arial"/>
              </a:defRPr>
            </a:lvl9pPr>
          </a:lstStyle>
          <a:p xmlns:a="http://schemas.openxmlformats.org/drawingml/2006/main">
            <a:pPr algn="l">
              <a:defRPr sz="1575" b="1">
                <a:solidFill>
                  <a:srgbClr val="64766E"/>
                </a:solidFill>
                <a:latin typeface="Arial"/>
                <a:ea typeface="Arial"/>
                <a:cs typeface="Arial"/>
              </a:defRPr>
            </a:pPr>
            <a:r>
              <a:rPr sz="1575" b="1">
                <a:solidFill>
                  <a:srgbClr val="64766E"/>
                </a:solidFill>
                <a:latin typeface="Arial"/>
                <a:ea typeface="Arial"/>
                <a:cs typeface="Arial"/>
              </a:rPr>
              <a:t>procedures</a:t>
            </a:r>
          </a:p>
        </p:txBody>
      </p:sp>
      <p:sp>
        <p:nvSpPr>
          <p:cNvPr id="19" name="impl-sep">
            <a:extLst xmlns:a="http://schemas.openxmlformats.org/drawingml/2006/main">
              <a:ext uri="{FF2B5EF4-FFF2-40B4-BE49-F238E27FC236}">
                <a16:creationId xmlns:a16="http://schemas.microsoft.com/office/drawing/2014/main" id="{C33ED321-E0AE-4635-A676-9596D224C983}"/>
              </a:ext>
            </a:extLst>
          </p:cNvPr>
          <p:cNvSpPr>
            <a:spLocks xmlns:a="http://schemas.openxmlformats.org/drawingml/2006/main" noGrp="1"/>
          </p:cNvSpPr>
          <p:nvPr/>
        </p:nvSpPr>
        <p:spPr>
          <a:xfrm xmlns:a="http://schemas.openxmlformats.org/drawingml/2006/main">
            <a:off x="800100" y="2781300"/>
            <a:ext cx="10668000" cy="190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0" name="impl-current-head">
            <a:extLst xmlns:a="http://schemas.openxmlformats.org/drawingml/2006/main">
              <a:ext uri="{FF2B5EF4-FFF2-40B4-BE49-F238E27FC236}">
                <a16:creationId xmlns:a16="http://schemas.microsoft.com/office/drawing/2014/main" id="{DEA94F73-A6CF-4A58-AD2A-79A3BA116473}"/>
              </a:ext>
            </a:extLst>
          </p:cNvPr>
          <p:cNvSpPr>
            <a:spLocks xmlns:a="http://schemas.openxmlformats.org/drawingml/2006/main" noGrp="1"/>
          </p:cNvSpPr>
          <p:nvPr/>
        </p:nvSpPr>
        <p:spPr>
          <a:xfrm xmlns:a="http://schemas.openxmlformats.org/drawingml/2006/main">
            <a:off x="800100" y="30003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64A3A"/>
                </a:solidFill>
                <a:latin typeface="Arial"/>
                <a:ea typeface="Arial"/>
                <a:cs typeface="Arial"/>
              </a:defRPr>
            </a:defPPr>
            <a:lvl1pPr algn="l">
              <a:defRPr sz="1950" b="1">
                <a:solidFill>
                  <a:srgbClr val="164A3A"/>
                </a:solidFill>
                <a:latin typeface="Arial"/>
                <a:ea typeface="Arial"/>
                <a:cs typeface="Arial"/>
              </a:defRPr>
            </a:lvl1pPr>
            <a:lvl2pPr algn="l">
              <a:defRPr sz="1950" b="1">
                <a:solidFill>
                  <a:srgbClr val="164A3A"/>
                </a:solidFill>
                <a:latin typeface="Arial"/>
                <a:ea typeface="Arial"/>
                <a:cs typeface="Arial"/>
              </a:defRPr>
            </a:lvl2pPr>
            <a:lvl3pPr algn="l">
              <a:defRPr sz="1950" b="1">
                <a:solidFill>
                  <a:srgbClr val="164A3A"/>
                </a:solidFill>
                <a:latin typeface="Arial"/>
                <a:ea typeface="Arial"/>
                <a:cs typeface="Arial"/>
              </a:defRPr>
            </a:lvl3pPr>
            <a:lvl4pPr algn="l">
              <a:defRPr sz="1950" b="1">
                <a:solidFill>
                  <a:srgbClr val="164A3A"/>
                </a:solidFill>
                <a:latin typeface="Arial"/>
                <a:ea typeface="Arial"/>
                <a:cs typeface="Arial"/>
              </a:defRPr>
            </a:lvl4pPr>
            <a:lvl5pPr algn="l">
              <a:defRPr sz="1950" b="1">
                <a:solidFill>
                  <a:srgbClr val="164A3A"/>
                </a:solidFill>
                <a:latin typeface="Arial"/>
                <a:ea typeface="Arial"/>
                <a:cs typeface="Arial"/>
              </a:defRPr>
            </a:lvl5pPr>
            <a:lvl6pPr algn="l">
              <a:defRPr sz="1950" b="1">
                <a:solidFill>
                  <a:srgbClr val="164A3A"/>
                </a:solidFill>
                <a:latin typeface="Arial"/>
                <a:ea typeface="Arial"/>
                <a:cs typeface="Arial"/>
              </a:defRPr>
            </a:lvl6pPr>
            <a:lvl7pPr algn="l">
              <a:defRPr sz="1950" b="1">
                <a:solidFill>
                  <a:srgbClr val="164A3A"/>
                </a:solidFill>
                <a:latin typeface="Arial"/>
                <a:ea typeface="Arial"/>
                <a:cs typeface="Arial"/>
              </a:defRPr>
            </a:lvl7pPr>
            <a:lvl8pPr algn="l">
              <a:defRPr sz="1950" b="1">
                <a:solidFill>
                  <a:srgbClr val="164A3A"/>
                </a:solidFill>
                <a:latin typeface="Arial"/>
                <a:ea typeface="Arial"/>
                <a:cs typeface="Arial"/>
              </a:defRPr>
            </a:lvl8pPr>
            <a:lvl9pPr algn="l">
              <a:defRPr sz="1950" b="1">
                <a:solidFill>
                  <a:srgbClr val="164A3A"/>
                </a:solidFill>
                <a:latin typeface="Arial"/>
                <a:ea typeface="Arial"/>
                <a:cs typeface="Arial"/>
              </a:defRPr>
            </a:lvl9pPr>
          </a:lstStyle>
          <a:p xmlns:a="http://schemas.openxmlformats.org/drawingml/2006/main">
            <a:pPr algn="l">
              <a:defRPr sz="1950" b="1">
                <a:solidFill>
                  <a:srgbClr val="164A3A"/>
                </a:solidFill>
                <a:latin typeface="Arial"/>
                <a:ea typeface="Arial"/>
                <a:cs typeface="Arial"/>
              </a:defRPr>
            </a:pPr>
            <a:r>
              <a:rPr sz="1950" b="1">
                <a:solidFill>
                  <a:srgbClr val="164A3A"/>
                </a:solidFill>
                <a:latin typeface="Arial"/>
                <a:ea typeface="Arial"/>
                <a:cs typeface="Arial"/>
              </a:rPr>
              <a:t>Current data</a:t>
            </a:r>
          </a:p>
        </p:txBody>
      </p:sp>
      <p:sp>
        <p:nvSpPr>
          <p:cNvPr id="21" name="impl-col1">
            <a:extLst xmlns:a="http://schemas.openxmlformats.org/drawingml/2006/main">
              <a:ext uri="{FF2B5EF4-FFF2-40B4-BE49-F238E27FC236}">
                <a16:creationId xmlns:a16="http://schemas.microsoft.com/office/drawing/2014/main" id="{210DF806-31BA-4831-90D9-C1D66807032E}"/>
              </a:ext>
            </a:extLst>
          </p:cNvPr>
          <p:cNvSpPr>
            <a:spLocks xmlns:a="http://schemas.openxmlformats.org/drawingml/2006/main" noGrp="1"/>
          </p:cNvSpPr>
          <p:nvPr/>
        </p:nvSpPr>
        <p:spPr>
          <a:xfrm xmlns:a="http://schemas.openxmlformats.org/drawingml/2006/main">
            <a:off x="800100" y="34861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4766E"/>
                </a:solidFill>
                <a:latin typeface="Arial"/>
                <a:ea typeface="Arial"/>
                <a:cs typeface="Arial"/>
              </a:defRPr>
            </a:defPPr>
            <a:lvl1pPr algn="l">
              <a:defRPr sz="1050" b="1">
                <a:solidFill>
                  <a:srgbClr val="64766E"/>
                </a:solidFill>
                <a:latin typeface="Arial"/>
                <a:ea typeface="Arial"/>
                <a:cs typeface="Arial"/>
              </a:defRPr>
            </a:lvl1pPr>
            <a:lvl2pPr algn="l">
              <a:defRPr sz="1050" b="1">
                <a:solidFill>
                  <a:srgbClr val="64766E"/>
                </a:solidFill>
                <a:latin typeface="Arial"/>
                <a:ea typeface="Arial"/>
                <a:cs typeface="Arial"/>
              </a:defRPr>
            </a:lvl2pPr>
            <a:lvl3pPr algn="l">
              <a:defRPr sz="1050" b="1">
                <a:solidFill>
                  <a:srgbClr val="64766E"/>
                </a:solidFill>
                <a:latin typeface="Arial"/>
                <a:ea typeface="Arial"/>
                <a:cs typeface="Arial"/>
              </a:defRPr>
            </a:lvl3pPr>
            <a:lvl4pPr algn="l">
              <a:defRPr sz="1050" b="1">
                <a:solidFill>
                  <a:srgbClr val="64766E"/>
                </a:solidFill>
                <a:latin typeface="Arial"/>
                <a:ea typeface="Arial"/>
                <a:cs typeface="Arial"/>
              </a:defRPr>
            </a:lvl4pPr>
            <a:lvl5pPr algn="l">
              <a:defRPr sz="1050" b="1">
                <a:solidFill>
                  <a:srgbClr val="64766E"/>
                </a:solidFill>
                <a:latin typeface="Arial"/>
                <a:ea typeface="Arial"/>
                <a:cs typeface="Arial"/>
              </a:defRPr>
            </a:lvl5pPr>
            <a:lvl6pPr algn="l">
              <a:defRPr sz="1050" b="1">
                <a:solidFill>
                  <a:srgbClr val="64766E"/>
                </a:solidFill>
                <a:latin typeface="Arial"/>
                <a:ea typeface="Arial"/>
                <a:cs typeface="Arial"/>
              </a:defRPr>
            </a:lvl6pPr>
            <a:lvl7pPr algn="l">
              <a:defRPr sz="1050" b="1">
                <a:solidFill>
                  <a:srgbClr val="64766E"/>
                </a:solidFill>
                <a:latin typeface="Arial"/>
                <a:ea typeface="Arial"/>
                <a:cs typeface="Arial"/>
              </a:defRPr>
            </a:lvl7pPr>
            <a:lvl8pPr algn="l">
              <a:defRPr sz="1050" b="1">
                <a:solidFill>
                  <a:srgbClr val="64766E"/>
                </a:solidFill>
                <a:latin typeface="Arial"/>
                <a:ea typeface="Arial"/>
                <a:cs typeface="Arial"/>
              </a:defRPr>
            </a:lvl8pPr>
            <a:lvl9pPr algn="l">
              <a:defRPr sz="1050" b="1">
                <a:solidFill>
                  <a:srgbClr val="64766E"/>
                </a:solidFill>
                <a:latin typeface="Arial"/>
                <a:ea typeface="Arial"/>
                <a:cs typeface="Arial"/>
              </a:defRPr>
            </a:lvl9pPr>
          </a:lstStyle>
          <a:p xmlns:a="http://schemas.openxmlformats.org/drawingml/2006/main">
            <a:pPr algn="l">
              <a:defRPr sz="1050" b="1">
                <a:solidFill>
                  <a:srgbClr val="64766E"/>
                </a:solidFill>
                <a:latin typeface="Arial"/>
                <a:ea typeface="Arial"/>
                <a:cs typeface="Arial"/>
              </a:defRPr>
            </a:pPr>
            <a:r>
              <a:rPr sz="1050" b="1">
                <a:solidFill>
                  <a:srgbClr val="64766E"/>
                </a:solidFill>
                <a:latin typeface="Arial"/>
                <a:ea typeface="Arial"/>
                <a:cs typeface="Arial"/>
              </a:rPr>
              <a:t>BLOCK</a:t>
            </a:r>
          </a:p>
        </p:txBody>
      </p:sp>
      <p:sp>
        <p:nvSpPr>
          <p:cNvPr id="22" name="impl-col2">
            <a:extLst xmlns:a="http://schemas.openxmlformats.org/drawingml/2006/main">
              <a:ext uri="{FF2B5EF4-FFF2-40B4-BE49-F238E27FC236}">
                <a16:creationId xmlns:a16="http://schemas.microsoft.com/office/drawing/2014/main" id="{9A0944C5-B243-474C-BD25-1CD5C375F285}"/>
              </a:ext>
            </a:extLst>
          </p:cNvPr>
          <p:cNvSpPr>
            <a:spLocks xmlns:a="http://schemas.openxmlformats.org/drawingml/2006/main" noGrp="1"/>
          </p:cNvSpPr>
          <p:nvPr/>
        </p:nvSpPr>
        <p:spPr>
          <a:xfrm xmlns:a="http://schemas.openxmlformats.org/drawingml/2006/main">
            <a:off x="2724150" y="34861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4766E"/>
                </a:solidFill>
                <a:latin typeface="Arial"/>
                <a:ea typeface="Arial"/>
                <a:cs typeface="Arial"/>
              </a:defRPr>
            </a:defPPr>
            <a:lvl1pPr algn="l">
              <a:defRPr sz="1050" b="1">
                <a:solidFill>
                  <a:srgbClr val="64766E"/>
                </a:solidFill>
                <a:latin typeface="Arial"/>
                <a:ea typeface="Arial"/>
                <a:cs typeface="Arial"/>
              </a:defRPr>
            </a:lvl1pPr>
            <a:lvl2pPr algn="l">
              <a:defRPr sz="1050" b="1">
                <a:solidFill>
                  <a:srgbClr val="64766E"/>
                </a:solidFill>
                <a:latin typeface="Arial"/>
                <a:ea typeface="Arial"/>
                <a:cs typeface="Arial"/>
              </a:defRPr>
            </a:lvl2pPr>
            <a:lvl3pPr algn="l">
              <a:defRPr sz="1050" b="1">
                <a:solidFill>
                  <a:srgbClr val="64766E"/>
                </a:solidFill>
                <a:latin typeface="Arial"/>
                <a:ea typeface="Arial"/>
                <a:cs typeface="Arial"/>
              </a:defRPr>
            </a:lvl3pPr>
            <a:lvl4pPr algn="l">
              <a:defRPr sz="1050" b="1">
                <a:solidFill>
                  <a:srgbClr val="64766E"/>
                </a:solidFill>
                <a:latin typeface="Arial"/>
                <a:ea typeface="Arial"/>
                <a:cs typeface="Arial"/>
              </a:defRPr>
            </a:lvl4pPr>
            <a:lvl5pPr algn="l">
              <a:defRPr sz="1050" b="1">
                <a:solidFill>
                  <a:srgbClr val="64766E"/>
                </a:solidFill>
                <a:latin typeface="Arial"/>
                <a:ea typeface="Arial"/>
                <a:cs typeface="Arial"/>
              </a:defRPr>
            </a:lvl5pPr>
            <a:lvl6pPr algn="l">
              <a:defRPr sz="1050" b="1">
                <a:solidFill>
                  <a:srgbClr val="64766E"/>
                </a:solidFill>
                <a:latin typeface="Arial"/>
                <a:ea typeface="Arial"/>
                <a:cs typeface="Arial"/>
              </a:defRPr>
            </a:lvl6pPr>
            <a:lvl7pPr algn="l">
              <a:defRPr sz="1050" b="1">
                <a:solidFill>
                  <a:srgbClr val="64766E"/>
                </a:solidFill>
                <a:latin typeface="Arial"/>
                <a:ea typeface="Arial"/>
                <a:cs typeface="Arial"/>
              </a:defRPr>
            </a:lvl7pPr>
            <a:lvl8pPr algn="l">
              <a:defRPr sz="1050" b="1">
                <a:solidFill>
                  <a:srgbClr val="64766E"/>
                </a:solidFill>
                <a:latin typeface="Arial"/>
                <a:ea typeface="Arial"/>
                <a:cs typeface="Arial"/>
              </a:defRPr>
            </a:lvl8pPr>
            <a:lvl9pPr algn="l">
              <a:defRPr sz="1050" b="1">
                <a:solidFill>
                  <a:srgbClr val="64766E"/>
                </a:solidFill>
                <a:latin typeface="Arial"/>
                <a:ea typeface="Arial"/>
                <a:cs typeface="Arial"/>
              </a:defRPr>
            </a:lvl9pPr>
          </a:lstStyle>
          <a:p xmlns:a="http://schemas.openxmlformats.org/drawingml/2006/main">
            <a:pPr algn="l">
              <a:defRPr sz="1050" b="1">
                <a:solidFill>
                  <a:srgbClr val="64766E"/>
                </a:solidFill>
                <a:latin typeface="Arial"/>
                <a:ea typeface="Arial"/>
                <a:cs typeface="Arial"/>
              </a:defRPr>
            </a:pPr>
            <a:r>
              <a:rPr sz="1050" b="1">
                <a:solidFill>
                  <a:srgbClr val="64766E"/>
                </a:solidFill>
                <a:latin typeface="Arial"/>
                <a:ea typeface="Arial"/>
                <a:cs typeface="Arial"/>
              </a:rPr>
              <a:t>STUDENTS</a:t>
            </a:r>
          </a:p>
        </p:txBody>
      </p:sp>
      <p:sp>
        <p:nvSpPr>
          <p:cNvPr id="23" name="impl-col3">
            <a:extLst xmlns:a="http://schemas.openxmlformats.org/drawingml/2006/main">
              <a:ext uri="{FF2B5EF4-FFF2-40B4-BE49-F238E27FC236}">
                <a16:creationId xmlns:a16="http://schemas.microsoft.com/office/drawing/2014/main" id="{DD138258-8FB2-4C52-89EB-6CCB6FB582B8}"/>
              </a:ext>
            </a:extLst>
          </p:cNvPr>
          <p:cNvSpPr>
            <a:spLocks xmlns:a="http://schemas.openxmlformats.org/drawingml/2006/main" noGrp="1"/>
          </p:cNvSpPr>
          <p:nvPr/>
        </p:nvSpPr>
        <p:spPr>
          <a:xfrm xmlns:a="http://schemas.openxmlformats.org/drawingml/2006/main">
            <a:off x="4572000" y="3486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4766E"/>
                </a:solidFill>
                <a:latin typeface="Arial"/>
                <a:ea typeface="Arial"/>
                <a:cs typeface="Arial"/>
              </a:defRPr>
            </a:defPPr>
            <a:lvl1pPr algn="l">
              <a:defRPr sz="1050" b="1">
                <a:solidFill>
                  <a:srgbClr val="64766E"/>
                </a:solidFill>
                <a:latin typeface="Arial"/>
                <a:ea typeface="Arial"/>
                <a:cs typeface="Arial"/>
              </a:defRPr>
            </a:lvl1pPr>
            <a:lvl2pPr algn="l">
              <a:defRPr sz="1050" b="1">
                <a:solidFill>
                  <a:srgbClr val="64766E"/>
                </a:solidFill>
                <a:latin typeface="Arial"/>
                <a:ea typeface="Arial"/>
                <a:cs typeface="Arial"/>
              </a:defRPr>
            </a:lvl2pPr>
            <a:lvl3pPr algn="l">
              <a:defRPr sz="1050" b="1">
                <a:solidFill>
                  <a:srgbClr val="64766E"/>
                </a:solidFill>
                <a:latin typeface="Arial"/>
                <a:ea typeface="Arial"/>
                <a:cs typeface="Arial"/>
              </a:defRPr>
            </a:lvl3pPr>
            <a:lvl4pPr algn="l">
              <a:defRPr sz="1050" b="1">
                <a:solidFill>
                  <a:srgbClr val="64766E"/>
                </a:solidFill>
                <a:latin typeface="Arial"/>
                <a:ea typeface="Arial"/>
                <a:cs typeface="Arial"/>
              </a:defRPr>
            </a:lvl4pPr>
            <a:lvl5pPr algn="l">
              <a:defRPr sz="1050" b="1">
                <a:solidFill>
                  <a:srgbClr val="64766E"/>
                </a:solidFill>
                <a:latin typeface="Arial"/>
                <a:ea typeface="Arial"/>
                <a:cs typeface="Arial"/>
              </a:defRPr>
            </a:lvl5pPr>
            <a:lvl6pPr algn="l">
              <a:defRPr sz="1050" b="1">
                <a:solidFill>
                  <a:srgbClr val="64766E"/>
                </a:solidFill>
                <a:latin typeface="Arial"/>
                <a:ea typeface="Arial"/>
                <a:cs typeface="Arial"/>
              </a:defRPr>
            </a:lvl6pPr>
            <a:lvl7pPr algn="l">
              <a:defRPr sz="1050" b="1">
                <a:solidFill>
                  <a:srgbClr val="64766E"/>
                </a:solidFill>
                <a:latin typeface="Arial"/>
                <a:ea typeface="Arial"/>
                <a:cs typeface="Arial"/>
              </a:defRPr>
            </a:lvl7pPr>
            <a:lvl8pPr algn="l">
              <a:defRPr sz="1050" b="1">
                <a:solidFill>
                  <a:srgbClr val="64766E"/>
                </a:solidFill>
                <a:latin typeface="Arial"/>
                <a:ea typeface="Arial"/>
                <a:cs typeface="Arial"/>
              </a:defRPr>
            </a:lvl8pPr>
            <a:lvl9pPr algn="l">
              <a:defRPr sz="1050" b="1">
                <a:solidFill>
                  <a:srgbClr val="64766E"/>
                </a:solidFill>
                <a:latin typeface="Arial"/>
                <a:ea typeface="Arial"/>
                <a:cs typeface="Arial"/>
              </a:defRPr>
            </a:lvl9pPr>
          </a:lstStyle>
          <a:p xmlns:a="http://schemas.openxmlformats.org/drawingml/2006/main">
            <a:pPr algn="l">
              <a:defRPr sz="1050" b="1">
                <a:solidFill>
                  <a:srgbClr val="64766E"/>
                </a:solidFill>
                <a:latin typeface="Arial"/>
                <a:ea typeface="Arial"/>
                <a:cs typeface="Arial"/>
              </a:defRPr>
            </a:pPr>
            <a:r>
              <a:rPr sz="1050" b="1">
                <a:solidFill>
                  <a:srgbClr val="64766E"/>
                </a:solidFill>
                <a:latin typeface="Arial"/>
                <a:ea typeface="Arial"/>
                <a:cs typeface="Arial"/>
              </a:rPr>
              <a:t>ROOMS</a:t>
            </a:r>
          </a:p>
        </p:txBody>
      </p:sp>
      <p:sp>
        <p:nvSpPr>
          <p:cNvPr id="24" name="impl-col4">
            <a:extLst xmlns:a="http://schemas.openxmlformats.org/drawingml/2006/main">
              <a:ext uri="{FF2B5EF4-FFF2-40B4-BE49-F238E27FC236}">
                <a16:creationId xmlns:a16="http://schemas.microsoft.com/office/drawing/2014/main" id="{0DD905B9-4CE9-47D2-9CC3-6A6E9CEA3BFE}"/>
              </a:ext>
            </a:extLst>
          </p:cNvPr>
          <p:cNvSpPr>
            <a:spLocks xmlns:a="http://schemas.openxmlformats.org/drawingml/2006/main" noGrp="1"/>
          </p:cNvSpPr>
          <p:nvPr/>
        </p:nvSpPr>
        <p:spPr>
          <a:xfrm xmlns:a="http://schemas.openxmlformats.org/drawingml/2006/main">
            <a:off x="6143625" y="34861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4766E"/>
                </a:solidFill>
                <a:latin typeface="Arial"/>
                <a:ea typeface="Arial"/>
                <a:cs typeface="Arial"/>
              </a:defRPr>
            </a:defPPr>
            <a:lvl1pPr algn="l">
              <a:defRPr sz="1050" b="1">
                <a:solidFill>
                  <a:srgbClr val="64766E"/>
                </a:solidFill>
                <a:latin typeface="Arial"/>
                <a:ea typeface="Arial"/>
                <a:cs typeface="Arial"/>
              </a:defRPr>
            </a:lvl1pPr>
            <a:lvl2pPr algn="l">
              <a:defRPr sz="1050" b="1">
                <a:solidFill>
                  <a:srgbClr val="64766E"/>
                </a:solidFill>
                <a:latin typeface="Arial"/>
                <a:ea typeface="Arial"/>
                <a:cs typeface="Arial"/>
              </a:defRPr>
            </a:lvl2pPr>
            <a:lvl3pPr algn="l">
              <a:defRPr sz="1050" b="1">
                <a:solidFill>
                  <a:srgbClr val="64766E"/>
                </a:solidFill>
                <a:latin typeface="Arial"/>
                <a:ea typeface="Arial"/>
                <a:cs typeface="Arial"/>
              </a:defRPr>
            </a:lvl3pPr>
            <a:lvl4pPr algn="l">
              <a:defRPr sz="1050" b="1">
                <a:solidFill>
                  <a:srgbClr val="64766E"/>
                </a:solidFill>
                <a:latin typeface="Arial"/>
                <a:ea typeface="Arial"/>
                <a:cs typeface="Arial"/>
              </a:defRPr>
            </a:lvl4pPr>
            <a:lvl5pPr algn="l">
              <a:defRPr sz="1050" b="1">
                <a:solidFill>
                  <a:srgbClr val="64766E"/>
                </a:solidFill>
                <a:latin typeface="Arial"/>
                <a:ea typeface="Arial"/>
                <a:cs typeface="Arial"/>
              </a:defRPr>
            </a:lvl5pPr>
            <a:lvl6pPr algn="l">
              <a:defRPr sz="1050" b="1">
                <a:solidFill>
                  <a:srgbClr val="64766E"/>
                </a:solidFill>
                <a:latin typeface="Arial"/>
                <a:ea typeface="Arial"/>
                <a:cs typeface="Arial"/>
              </a:defRPr>
            </a:lvl6pPr>
            <a:lvl7pPr algn="l">
              <a:defRPr sz="1050" b="1">
                <a:solidFill>
                  <a:srgbClr val="64766E"/>
                </a:solidFill>
                <a:latin typeface="Arial"/>
                <a:ea typeface="Arial"/>
                <a:cs typeface="Arial"/>
              </a:defRPr>
            </a:lvl7pPr>
            <a:lvl8pPr algn="l">
              <a:defRPr sz="1050" b="1">
                <a:solidFill>
                  <a:srgbClr val="64766E"/>
                </a:solidFill>
                <a:latin typeface="Arial"/>
                <a:ea typeface="Arial"/>
                <a:cs typeface="Arial"/>
              </a:defRPr>
            </a:lvl8pPr>
            <a:lvl9pPr algn="l">
              <a:defRPr sz="1050" b="1">
                <a:solidFill>
                  <a:srgbClr val="64766E"/>
                </a:solidFill>
                <a:latin typeface="Arial"/>
                <a:ea typeface="Arial"/>
                <a:cs typeface="Arial"/>
              </a:defRPr>
            </a:lvl9pPr>
          </a:lstStyle>
          <a:p xmlns:a="http://schemas.openxmlformats.org/drawingml/2006/main">
            <a:pPr algn="l">
              <a:defRPr sz="1050" b="1">
                <a:solidFill>
                  <a:srgbClr val="64766E"/>
                </a:solidFill>
                <a:latin typeface="Arial"/>
                <a:ea typeface="Arial"/>
                <a:cs typeface="Arial"/>
              </a:defRPr>
            </a:pPr>
            <a:r>
              <a:rPr sz="1050" b="1">
                <a:solidFill>
                  <a:srgbClr val="64766E"/>
                </a:solidFill>
                <a:latin typeface="Arial"/>
                <a:ea typeface="Arial"/>
                <a:cs typeface="Arial"/>
              </a:rPr>
              <a:t>ACTIVE WORKERS</a:t>
            </a:r>
          </a:p>
        </p:txBody>
      </p:sp>
      <p:sp>
        <p:nvSpPr>
          <p:cNvPr id="25" name="impl-r-0-a">
            <a:extLst xmlns:a="http://schemas.openxmlformats.org/drawingml/2006/main">
              <a:ext uri="{FF2B5EF4-FFF2-40B4-BE49-F238E27FC236}">
                <a16:creationId xmlns:a16="http://schemas.microsoft.com/office/drawing/2014/main" id="{C30AA987-F3F9-4EAD-BEF3-61C408B83032}"/>
              </a:ext>
            </a:extLst>
          </p:cNvPr>
          <p:cNvSpPr>
            <a:spLocks xmlns:a="http://schemas.openxmlformats.org/drawingml/2006/main" noGrp="1"/>
          </p:cNvSpPr>
          <p:nvPr/>
        </p:nvSpPr>
        <p:spPr>
          <a:xfrm xmlns:a="http://schemas.openxmlformats.org/drawingml/2006/main">
            <a:off x="800100" y="38100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12A"/>
                </a:solidFill>
                <a:latin typeface="Arial"/>
                <a:ea typeface="Arial"/>
                <a:cs typeface="Arial"/>
              </a:defRPr>
            </a:defPPr>
            <a:lvl1pPr algn="l">
              <a:defRPr sz="1425" b="1">
                <a:solidFill>
                  <a:srgbClr val="18312A"/>
                </a:solidFill>
                <a:latin typeface="Arial"/>
                <a:ea typeface="Arial"/>
                <a:cs typeface="Arial"/>
              </a:defRPr>
            </a:lvl1pPr>
            <a:lvl2pPr algn="l">
              <a:defRPr sz="1425" b="1">
                <a:solidFill>
                  <a:srgbClr val="18312A"/>
                </a:solidFill>
                <a:latin typeface="Arial"/>
                <a:ea typeface="Arial"/>
                <a:cs typeface="Arial"/>
              </a:defRPr>
            </a:lvl2pPr>
            <a:lvl3pPr algn="l">
              <a:defRPr sz="1425" b="1">
                <a:solidFill>
                  <a:srgbClr val="18312A"/>
                </a:solidFill>
                <a:latin typeface="Arial"/>
                <a:ea typeface="Arial"/>
                <a:cs typeface="Arial"/>
              </a:defRPr>
            </a:lvl3pPr>
            <a:lvl4pPr algn="l">
              <a:defRPr sz="1425" b="1">
                <a:solidFill>
                  <a:srgbClr val="18312A"/>
                </a:solidFill>
                <a:latin typeface="Arial"/>
                <a:ea typeface="Arial"/>
                <a:cs typeface="Arial"/>
              </a:defRPr>
            </a:lvl4pPr>
            <a:lvl5pPr algn="l">
              <a:defRPr sz="1425" b="1">
                <a:solidFill>
                  <a:srgbClr val="18312A"/>
                </a:solidFill>
                <a:latin typeface="Arial"/>
                <a:ea typeface="Arial"/>
                <a:cs typeface="Arial"/>
              </a:defRPr>
            </a:lvl5pPr>
            <a:lvl6pPr algn="l">
              <a:defRPr sz="1425" b="1">
                <a:solidFill>
                  <a:srgbClr val="18312A"/>
                </a:solidFill>
                <a:latin typeface="Arial"/>
                <a:ea typeface="Arial"/>
                <a:cs typeface="Arial"/>
              </a:defRPr>
            </a:lvl6pPr>
            <a:lvl7pPr algn="l">
              <a:defRPr sz="1425" b="1">
                <a:solidFill>
                  <a:srgbClr val="18312A"/>
                </a:solidFill>
                <a:latin typeface="Arial"/>
                <a:ea typeface="Arial"/>
                <a:cs typeface="Arial"/>
              </a:defRPr>
            </a:lvl7pPr>
            <a:lvl8pPr algn="l">
              <a:defRPr sz="1425" b="1">
                <a:solidFill>
                  <a:srgbClr val="18312A"/>
                </a:solidFill>
                <a:latin typeface="Arial"/>
                <a:ea typeface="Arial"/>
                <a:cs typeface="Arial"/>
              </a:defRPr>
            </a:lvl8pPr>
            <a:lvl9pPr algn="l">
              <a:defRPr sz="1425" b="1">
                <a:solidFill>
                  <a:srgbClr val="18312A"/>
                </a:solidFill>
                <a:latin typeface="Arial"/>
                <a:ea typeface="Arial"/>
                <a:cs typeface="Arial"/>
              </a:defRPr>
            </a:lvl9pPr>
          </a:lstStyle>
          <a:p xmlns:a="http://schemas.openxmlformats.org/drawingml/2006/main">
            <a:pPr algn="l">
              <a:defRPr sz="1425" b="1">
                <a:solidFill>
                  <a:srgbClr val="18312A"/>
                </a:solidFill>
                <a:latin typeface="Arial"/>
                <a:ea typeface="Arial"/>
                <a:cs typeface="Arial"/>
              </a:defRPr>
            </a:pPr>
            <a:r>
              <a:rPr sz="1425" b="1">
                <a:solidFill>
                  <a:srgbClr val="18312A"/>
                </a:solidFill>
                <a:latin typeface="Arial"/>
                <a:ea typeface="Arial"/>
                <a:cs typeface="Arial"/>
              </a:rPr>
              <a:t>A Block</a:t>
            </a:r>
          </a:p>
        </p:txBody>
      </p:sp>
      <p:sp>
        <p:nvSpPr>
          <p:cNvPr id="26" name="impl-r-0-b">
            <a:extLst xmlns:a="http://schemas.openxmlformats.org/drawingml/2006/main">
              <a:ext uri="{FF2B5EF4-FFF2-40B4-BE49-F238E27FC236}">
                <a16:creationId xmlns:a16="http://schemas.microsoft.com/office/drawing/2014/main" id="{D1EC06D1-B9A9-43A5-877E-D8637E65F4D5}"/>
              </a:ext>
            </a:extLst>
          </p:cNvPr>
          <p:cNvSpPr>
            <a:spLocks xmlns:a="http://schemas.openxmlformats.org/drawingml/2006/main" noGrp="1"/>
          </p:cNvSpPr>
          <p:nvPr/>
        </p:nvSpPr>
        <p:spPr>
          <a:xfrm xmlns:a="http://schemas.openxmlformats.org/drawingml/2006/main">
            <a:off x="2724150" y="38100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50 students</a:t>
            </a:r>
          </a:p>
        </p:txBody>
      </p:sp>
      <p:sp>
        <p:nvSpPr>
          <p:cNvPr id="27" name="impl-r-0-c">
            <a:extLst xmlns:a="http://schemas.openxmlformats.org/drawingml/2006/main">
              <a:ext uri="{FF2B5EF4-FFF2-40B4-BE49-F238E27FC236}">
                <a16:creationId xmlns:a16="http://schemas.microsoft.com/office/drawing/2014/main" id="{C6A3F277-38C3-4AF0-A563-671912CA9772}"/>
              </a:ext>
            </a:extLst>
          </p:cNvPr>
          <p:cNvSpPr>
            <a:spLocks xmlns:a="http://schemas.openxmlformats.org/drawingml/2006/main" noGrp="1"/>
          </p:cNvSpPr>
          <p:nvPr/>
        </p:nvSpPr>
        <p:spPr>
          <a:xfrm xmlns:a="http://schemas.openxmlformats.org/drawingml/2006/main">
            <a:off x="4572000" y="38100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16 rooms</a:t>
            </a:r>
          </a:p>
        </p:txBody>
      </p:sp>
      <p:sp>
        <p:nvSpPr>
          <p:cNvPr id="28" name="impl-r-0-d">
            <a:extLst xmlns:a="http://schemas.openxmlformats.org/drawingml/2006/main">
              <a:ext uri="{FF2B5EF4-FFF2-40B4-BE49-F238E27FC236}">
                <a16:creationId xmlns:a16="http://schemas.microsoft.com/office/drawing/2014/main" id="{F9E44C34-DEF7-41D4-A08A-2E0FEAF18BFE}"/>
              </a:ext>
            </a:extLst>
          </p:cNvPr>
          <p:cNvSpPr>
            <a:spLocks xmlns:a="http://schemas.openxmlformats.org/drawingml/2006/main" noGrp="1"/>
          </p:cNvSpPr>
          <p:nvPr/>
        </p:nvSpPr>
        <p:spPr>
          <a:xfrm xmlns:a="http://schemas.openxmlformats.org/drawingml/2006/main">
            <a:off x="6143625" y="38100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5 workers</a:t>
            </a:r>
          </a:p>
        </p:txBody>
      </p:sp>
      <p:sp>
        <p:nvSpPr>
          <p:cNvPr id="29" name="impl-row-line-0">
            <a:extLst xmlns:a="http://schemas.openxmlformats.org/drawingml/2006/main">
              <a:ext uri="{FF2B5EF4-FFF2-40B4-BE49-F238E27FC236}">
                <a16:creationId xmlns:a16="http://schemas.microsoft.com/office/drawing/2014/main" id="{121A09A9-4DB3-481C-86E1-25A57F442AF5}"/>
              </a:ext>
            </a:extLst>
          </p:cNvPr>
          <p:cNvSpPr>
            <a:spLocks xmlns:a="http://schemas.openxmlformats.org/drawingml/2006/main" noGrp="1"/>
          </p:cNvSpPr>
          <p:nvPr/>
        </p:nvSpPr>
        <p:spPr>
          <a:xfrm xmlns:a="http://schemas.openxmlformats.org/drawingml/2006/main">
            <a:off x="800100" y="4162425"/>
            <a:ext cx="752475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30" name="impl-r-1-a">
            <a:extLst xmlns:a="http://schemas.openxmlformats.org/drawingml/2006/main">
              <a:ext uri="{FF2B5EF4-FFF2-40B4-BE49-F238E27FC236}">
                <a16:creationId xmlns:a16="http://schemas.microsoft.com/office/drawing/2014/main" id="{6B75A641-D7F8-4F34-8951-D490793BB265}"/>
              </a:ext>
            </a:extLst>
          </p:cNvPr>
          <p:cNvSpPr>
            <a:spLocks xmlns:a="http://schemas.openxmlformats.org/drawingml/2006/main" noGrp="1"/>
          </p:cNvSpPr>
          <p:nvPr/>
        </p:nvSpPr>
        <p:spPr>
          <a:xfrm xmlns:a="http://schemas.openxmlformats.org/drawingml/2006/main">
            <a:off x="800100" y="42386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12A"/>
                </a:solidFill>
                <a:latin typeface="Arial"/>
                <a:ea typeface="Arial"/>
                <a:cs typeface="Arial"/>
              </a:defRPr>
            </a:defPPr>
            <a:lvl1pPr algn="l">
              <a:defRPr sz="1425" b="1">
                <a:solidFill>
                  <a:srgbClr val="18312A"/>
                </a:solidFill>
                <a:latin typeface="Arial"/>
                <a:ea typeface="Arial"/>
                <a:cs typeface="Arial"/>
              </a:defRPr>
            </a:lvl1pPr>
            <a:lvl2pPr algn="l">
              <a:defRPr sz="1425" b="1">
                <a:solidFill>
                  <a:srgbClr val="18312A"/>
                </a:solidFill>
                <a:latin typeface="Arial"/>
                <a:ea typeface="Arial"/>
                <a:cs typeface="Arial"/>
              </a:defRPr>
            </a:lvl2pPr>
            <a:lvl3pPr algn="l">
              <a:defRPr sz="1425" b="1">
                <a:solidFill>
                  <a:srgbClr val="18312A"/>
                </a:solidFill>
                <a:latin typeface="Arial"/>
                <a:ea typeface="Arial"/>
                <a:cs typeface="Arial"/>
              </a:defRPr>
            </a:lvl3pPr>
            <a:lvl4pPr algn="l">
              <a:defRPr sz="1425" b="1">
                <a:solidFill>
                  <a:srgbClr val="18312A"/>
                </a:solidFill>
                <a:latin typeface="Arial"/>
                <a:ea typeface="Arial"/>
                <a:cs typeface="Arial"/>
              </a:defRPr>
            </a:lvl4pPr>
            <a:lvl5pPr algn="l">
              <a:defRPr sz="1425" b="1">
                <a:solidFill>
                  <a:srgbClr val="18312A"/>
                </a:solidFill>
                <a:latin typeface="Arial"/>
                <a:ea typeface="Arial"/>
                <a:cs typeface="Arial"/>
              </a:defRPr>
            </a:lvl5pPr>
            <a:lvl6pPr algn="l">
              <a:defRPr sz="1425" b="1">
                <a:solidFill>
                  <a:srgbClr val="18312A"/>
                </a:solidFill>
                <a:latin typeface="Arial"/>
                <a:ea typeface="Arial"/>
                <a:cs typeface="Arial"/>
              </a:defRPr>
            </a:lvl6pPr>
            <a:lvl7pPr algn="l">
              <a:defRPr sz="1425" b="1">
                <a:solidFill>
                  <a:srgbClr val="18312A"/>
                </a:solidFill>
                <a:latin typeface="Arial"/>
                <a:ea typeface="Arial"/>
                <a:cs typeface="Arial"/>
              </a:defRPr>
            </a:lvl7pPr>
            <a:lvl8pPr algn="l">
              <a:defRPr sz="1425" b="1">
                <a:solidFill>
                  <a:srgbClr val="18312A"/>
                </a:solidFill>
                <a:latin typeface="Arial"/>
                <a:ea typeface="Arial"/>
                <a:cs typeface="Arial"/>
              </a:defRPr>
            </a:lvl8pPr>
            <a:lvl9pPr algn="l">
              <a:defRPr sz="1425" b="1">
                <a:solidFill>
                  <a:srgbClr val="18312A"/>
                </a:solidFill>
                <a:latin typeface="Arial"/>
                <a:ea typeface="Arial"/>
                <a:cs typeface="Arial"/>
              </a:defRPr>
            </a:lvl9pPr>
          </a:lstStyle>
          <a:p xmlns:a="http://schemas.openxmlformats.org/drawingml/2006/main">
            <a:pPr algn="l">
              <a:defRPr sz="1425" b="1">
                <a:solidFill>
                  <a:srgbClr val="18312A"/>
                </a:solidFill>
                <a:latin typeface="Arial"/>
                <a:ea typeface="Arial"/>
                <a:cs typeface="Arial"/>
              </a:defRPr>
            </a:pPr>
            <a:r>
              <a:rPr sz="1425" b="1">
                <a:solidFill>
                  <a:srgbClr val="18312A"/>
                </a:solidFill>
                <a:latin typeface="Arial"/>
                <a:ea typeface="Arial"/>
                <a:cs typeface="Arial"/>
              </a:rPr>
              <a:t>B Block</a:t>
            </a:r>
          </a:p>
        </p:txBody>
      </p:sp>
      <p:sp>
        <p:nvSpPr>
          <p:cNvPr id="31" name="impl-r-1-b">
            <a:extLst xmlns:a="http://schemas.openxmlformats.org/drawingml/2006/main">
              <a:ext uri="{FF2B5EF4-FFF2-40B4-BE49-F238E27FC236}">
                <a16:creationId xmlns:a16="http://schemas.microsoft.com/office/drawing/2014/main" id="{B007DC65-E4FC-48EE-B603-437E6CCE5CED}"/>
              </a:ext>
            </a:extLst>
          </p:cNvPr>
          <p:cNvSpPr>
            <a:spLocks xmlns:a="http://schemas.openxmlformats.org/drawingml/2006/main" noGrp="1"/>
          </p:cNvSpPr>
          <p:nvPr/>
        </p:nvSpPr>
        <p:spPr>
          <a:xfrm xmlns:a="http://schemas.openxmlformats.org/drawingml/2006/main">
            <a:off x="2724150" y="42386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50 students</a:t>
            </a:r>
          </a:p>
        </p:txBody>
      </p:sp>
      <p:sp>
        <p:nvSpPr>
          <p:cNvPr id="32" name="impl-r-1-c">
            <a:extLst xmlns:a="http://schemas.openxmlformats.org/drawingml/2006/main">
              <a:ext uri="{FF2B5EF4-FFF2-40B4-BE49-F238E27FC236}">
                <a16:creationId xmlns:a16="http://schemas.microsoft.com/office/drawing/2014/main" id="{94518E6A-7BCD-472C-B69F-7F0C3AA2A594}"/>
              </a:ext>
            </a:extLst>
          </p:cNvPr>
          <p:cNvSpPr>
            <a:spLocks xmlns:a="http://schemas.openxmlformats.org/drawingml/2006/main" noGrp="1"/>
          </p:cNvSpPr>
          <p:nvPr/>
        </p:nvSpPr>
        <p:spPr>
          <a:xfrm xmlns:a="http://schemas.openxmlformats.org/drawingml/2006/main">
            <a:off x="4572000" y="423862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14 rooms</a:t>
            </a:r>
          </a:p>
        </p:txBody>
      </p:sp>
      <p:sp>
        <p:nvSpPr>
          <p:cNvPr id="33" name="impl-r-1-d">
            <a:extLst xmlns:a="http://schemas.openxmlformats.org/drawingml/2006/main">
              <a:ext uri="{FF2B5EF4-FFF2-40B4-BE49-F238E27FC236}">
                <a16:creationId xmlns:a16="http://schemas.microsoft.com/office/drawing/2014/main" id="{7773AB09-FEDA-4D36-B83C-8DB7E51E56DF}"/>
              </a:ext>
            </a:extLst>
          </p:cNvPr>
          <p:cNvSpPr>
            <a:spLocks xmlns:a="http://schemas.openxmlformats.org/drawingml/2006/main" noGrp="1"/>
          </p:cNvSpPr>
          <p:nvPr/>
        </p:nvSpPr>
        <p:spPr>
          <a:xfrm xmlns:a="http://schemas.openxmlformats.org/drawingml/2006/main">
            <a:off x="6143625" y="423862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5 workers</a:t>
            </a:r>
          </a:p>
        </p:txBody>
      </p:sp>
      <p:sp>
        <p:nvSpPr>
          <p:cNvPr id="34" name="impl-row-line-1">
            <a:extLst xmlns:a="http://schemas.openxmlformats.org/drawingml/2006/main">
              <a:ext uri="{FF2B5EF4-FFF2-40B4-BE49-F238E27FC236}">
                <a16:creationId xmlns:a16="http://schemas.microsoft.com/office/drawing/2014/main" id="{91F798C3-5F2C-4FDD-9C7A-5678EB334B1C}"/>
              </a:ext>
            </a:extLst>
          </p:cNvPr>
          <p:cNvSpPr>
            <a:spLocks xmlns:a="http://schemas.openxmlformats.org/drawingml/2006/main" noGrp="1"/>
          </p:cNvSpPr>
          <p:nvPr/>
        </p:nvSpPr>
        <p:spPr>
          <a:xfrm xmlns:a="http://schemas.openxmlformats.org/drawingml/2006/main">
            <a:off x="800100" y="4591050"/>
            <a:ext cx="752475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35" name="impl-r-2-a">
            <a:extLst xmlns:a="http://schemas.openxmlformats.org/drawingml/2006/main">
              <a:ext uri="{FF2B5EF4-FFF2-40B4-BE49-F238E27FC236}">
                <a16:creationId xmlns:a16="http://schemas.microsoft.com/office/drawing/2014/main" id="{8E6F2278-2B01-4B00-A159-A2C3BC656E92}"/>
              </a:ext>
            </a:extLst>
          </p:cNvPr>
          <p:cNvSpPr>
            <a:spLocks xmlns:a="http://schemas.openxmlformats.org/drawingml/2006/main" noGrp="1"/>
          </p:cNvSpPr>
          <p:nvPr/>
        </p:nvSpPr>
        <p:spPr>
          <a:xfrm xmlns:a="http://schemas.openxmlformats.org/drawingml/2006/main">
            <a:off x="800100" y="46672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12A"/>
                </a:solidFill>
                <a:latin typeface="Arial"/>
                <a:ea typeface="Arial"/>
                <a:cs typeface="Arial"/>
              </a:defRPr>
            </a:defPPr>
            <a:lvl1pPr algn="l">
              <a:defRPr sz="1425" b="1">
                <a:solidFill>
                  <a:srgbClr val="18312A"/>
                </a:solidFill>
                <a:latin typeface="Arial"/>
                <a:ea typeface="Arial"/>
                <a:cs typeface="Arial"/>
              </a:defRPr>
            </a:lvl1pPr>
            <a:lvl2pPr algn="l">
              <a:defRPr sz="1425" b="1">
                <a:solidFill>
                  <a:srgbClr val="18312A"/>
                </a:solidFill>
                <a:latin typeface="Arial"/>
                <a:ea typeface="Arial"/>
                <a:cs typeface="Arial"/>
              </a:defRPr>
            </a:lvl2pPr>
            <a:lvl3pPr algn="l">
              <a:defRPr sz="1425" b="1">
                <a:solidFill>
                  <a:srgbClr val="18312A"/>
                </a:solidFill>
                <a:latin typeface="Arial"/>
                <a:ea typeface="Arial"/>
                <a:cs typeface="Arial"/>
              </a:defRPr>
            </a:lvl3pPr>
            <a:lvl4pPr algn="l">
              <a:defRPr sz="1425" b="1">
                <a:solidFill>
                  <a:srgbClr val="18312A"/>
                </a:solidFill>
                <a:latin typeface="Arial"/>
                <a:ea typeface="Arial"/>
                <a:cs typeface="Arial"/>
              </a:defRPr>
            </a:lvl4pPr>
            <a:lvl5pPr algn="l">
              <a:defRPr sz="1425" b="1">
                <a:solidFill>
                  <a:srgbClr val="18312A"/>
                </a:solidFill>
                <a:latin typeface="Arial"/>
                <a:ea typeface="Arial"/>
                <a:cs typeface="Arial"/>
              </a:defRPr>
            </a:lvl5pPr>
            <a:lvl6pPr algn="l">
              <a:defRPr sz="1425" b="1">
                <a:solidFill>
                  <a:srgbClr val="18312A"/>
                </a:solidFill>
                <a:latin typeface="Arial"/>
                <a:ea typeface="Arial"/>
                <a:cs typeface="Arial"/>
              </a:defRPr>
            </a:lvl6pPr>
            <a:lvl7pPr algn="l">
              <a:defRPr sz="1425" b="1">
                <a:solidFill>
                  <a:srgbClr val="18312A"/>
                </a:solidFill>
                <a:latin typeface="Arial"/>
                <a:ea typeface="Arial"/>
                <a:cs typeface="Arial"/>
              </a:defRPr>
            </a:lvl7pPr>
            <a:lvl8pPr algn="l">
              <a:defRPr sz="1425" b="1">
                <a:solidFill>
                  <a:srgbClr val="18312A"/>
                </a:solidFill>
                <a:latin typeface="Arial"/>
                <a:ea typeface="Arial"/>
                <a:cs typeface="Arial"/>
              </a:defRPr>
            </a:lvl8pPr>
            <a:lvl9pPr algn="l">
              <a:defRPr sz="1425" b="1">
                <a:solidFill>
                  <a:srgbClr val="18312A"/>
                </a:solidFill>
                <a:latin typeface="Arial"/>
                <a:ea typeface="Arial"/>
                <a:cs typeface="Arial"/>
              </a:defRPr>
            </a:lvl9pPr>
          </a:lstStyle>
          <a:p xmlns:a="http://schemas.openxmlformats.org/drawingml/2006/main">
            <a:pPr algn="l">
              <a:defRPr sz="1425" b="1">
                <a:solidFill>
                  <a:srgbClr val="18312A"/>
                </a:solidFill>
                <a:latin typeface="Arial"/>
                <a:ea typeface="Arial"/>
                <a:cs typeface="Arial"/>
              </a:defRPr>
            </a:pPr>
            <a:r>
              <a:rPr sz="1425" b="1">
                <a:solidFill>
                  <a:srgbClr val="18312A"/>
                </a:solidFill>
                <a:latin typeface="Arial"/>
                <a:ea typeface="Arial"/>
                <a:cs typeface="Arial"/>
              </a:rPr>
              <a:t>G Block</a:t>
            </a:r>
          </a:p>
        </p:txBody>
      </p:sp>
      <p:sp>
        <p:nvSpPr>
          <p:cNvPr id="36" name="impl-r-2-b">
            <a:extLst xmlns:a="http://schemas.openxmlformats.org/drawingml/2006/main">
              <a:ext uri="{FF2B5EF4-FFF2-40B4-BE49-F238E27FC236}">
                <a16:creationId xmlns:a16="http://schemas.microsoft.com/office/drawing/2014/main" id="{0DE9753B-51C8-4D50-B8FB-E797EFE0C447}"/>
              </a:ext>
            </a:extLst>
          </p:cNvPr>
          <p:cNvSpPr>
            <a:spLocks xmlns:a="http://schemas.openxmlformats.org/drawingml/2006/main" noGrp="1"/>
          </p:cNvSpPr>
          <p:nvPr/>
        </p:nvSpPr>
        <p:spPr>
          <a:xfrm xmlns:a="http://schemas.openxmlformats.org/drawingml/2006/main">
            <a:off x="2724150" y="4667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50 students</a:t>
            </a:r>
          </a:p>
        </p:txBody>
      </p:sp>
      <p:sp>
        <p:nvSpPr>
          <p:cNvPr id="37" name="impl-r-2-c">
            <a:extLst xmlns:a="http://schemas.openxmlformats.org/drawingml/2006/main">
              <a:ext uri="{FF2B5EF4-FFF2-40B4-BE49-F238E27FC236}">
                <a16:creationId xmlns:a16="http://schemas.microsoft.com/office/drawing/2014/main" id="{2AFFCC21-BFF7-4F30-A476-9BBF6B1D0CBA}"/>
              </a:ext>
            </a:extLst>
          </p:cNvPr>
          <p:cNvSpPr>
            <a:spLocks xmlns:a="http://schemas.openxmlformats.org/drawingml/2006/main" noGrp="1"/>
          </p:cNvSpPr>
          <p:nvPr/>
        </p:nvSpPr>
        <p:spPr>
          <a:xfrm xmlns:a="http://schemas.openxmlformats.org/drawingml/2006/main">
            <a:off x="4572000" y="46672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15 rooms</a:t>
            </a:r>
          </a:p>
        </p:txBody>
      </p:sp>
      <p:sp>
        <p:nvSpPr>
          <p:cNvPr id="38" name="impl-r-2-d">
            <a:extLst xmlns:a="http://schemas.openxmlformats.org/drawingml/2006/main">
              <a:ext uri="{FF2B5EF4-FFF2-40B4-BE49-F238E27FC236}">
                <a16:creationId xmlns:a16="http://schemas.microsoft.com/office/drawing/2014/main" id="{BE584BCE-7373-47A9-82A0-FAC7C6C89566}"/>
              </a:ext>
            </a:extLst>
          </p:cNvPr>
          <p:cNvSpPr>
            <a:spLocks xmlns:a="http://schemas.openxmlformats.org/drawingml/2006/main" noGrp="1"/>
          </p:cNvSpPr>
          <p:nvPr/>
        </p:nvSpPr>
        <p:spPr>
          <a:xfrm xmlns:a="http://schemas.openxmlformats.org/drawingml/2006/main">
            <a:off x="6143625" y="46672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5 workers</a:t>
            </a:r>
          </a:p>
        </p:txBody>
      </p:sp>
      <p:sp>
        <p:nvSpPr>
          <p:cNvPr id="39" name="impl-row-line-2">
            <a:extLst xmlns:a="http://schemas.openxmlformats.org/drawingml/2006/main">
              <a:ext uri="{FF2B5EF4-FFF2-40B4-BE49-F238E27FC236}">
                <a16:creationId xmlns:a16="http://schemas.microsoft.com/office/drawing/2014/main" id="{8A176456-FDF7-4783-84ED-B540EB56C443}"/>
              </a:ext>
            </a:extLst>
          </p:cNvPr>
          <p:cNvSpPr>
            <a:spLocks xmlns:a="http://schemas.openxmlformats.org/drawingml/2006/main" noGrp="1"/>
          </p:cNvSpPr>
          <p:nvPr/>
        </p:nvSpPr>
        <p:spPr>
          <a:xfrm xmlns:a="http://schemas.openxmlformats.org/drawingml/2006/main">
            <a:off x="800100" y="5019675"/>
            <a:ext cx="752475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40" name="impl-right-divider">
            <a:extLst xmlns:a="http://schemas.openxmlformats.org/drawingml/2006/main">
              <a:ext uri="{FF2B5EF4-FFF2-40B4-BE49-F238E27FC236}">
                <a16:creationId xmlns:a16="http://schemas.microsoft.com/office/drawing/2014/main" id="{0D99D084-71AC-4B5F-B0A0-8F61F0D82C19}"/>
              </a:ext>
            </a:extLst>
          </p:cNvPr>
          <p:cNvSpPr>
            <a:spLocks xmlns:a="http://schemas.openxmlformats.org/drawingml/2006/main" noGrp="1"/>
          </p:cNvSpPr>
          <p:nvPr/>
        </p:nvSpPr>
        <p:spPr>
          <a:xfrm xmlns:a="http://schemas.openxmlformats.org/drawingml/2006/main">
            <a:off x="8572500" y="3086100"/>
            <a:ext cx="19050" cy="285750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41" name="impl-summary-head">
            <a:extLst xmlns:a="http://schemas.openxmlformats.org/drawingml/2006/main">
              <a:ext uri="{FF2B5EF4-FFF2-40B4-BE49-F238E27FC236}">
                <a16:creationId xmlns:a16="http://schemas.microsoft.com/office/drawing/2014/main" id="{D073602B-B309-419B-8EE6-DE19CD18C467}"/>
              </a:ext>
            </a:extLst>
          </p:cNvPr>
          <p:cNvSpPr>
            <a:spLocks xmlns:a="http://schemas.openxmlformats.org/drawingml/2006/main" noGrp="1"/>
          </p:cNvSpPr>
          <p:nvPr/>
        </p:nvSpPr>
        <p:spPr>
          <a:xfrm xmlns:a="http://schemas.openxmlformats.org/drawingml/2006/main">
            <a:off x="8915400" y="3000375"/>
            <a:ext cx="2524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206"/>
          </a:bodyPr>
          <a:lstStyle xmlns:a="http://schemas.openxmlformats.org/drawingml/2006/main">
            <a:defPPr algn="l">
              <a:defRPr sz="1800" b="1">
                <a:solidFill>
                  <a:srgbClr val="164A3A"/>
                </a:solidFill>
                <a:latin typeface="Arial"/>
                <a:ea typeface="Arial"/>
                <a:cs typeface="Arial"/>
              </a:defRPr>
            </a:defPPr>
            <a:lvl1pPr algn="l">
              <a:defRPr sz="1800" b="1">
                <a:solidFill>
                  <a:srgbClr val="164A3A"/>
                </a:solidFill>
                <a:latin typeface="Arial"/>
                <a:ea typeface="Arial"/>
                <a:cs typeface="Arial"/>
              </a:defRPr>
            </a:lvl1pPr>
            <a:lvl2pPr algn="l">
              <a:defRPr sz="1800" b="1">
                <a:solidFill>
                  <a:srgbClr val="164A3A"/>
                </a:solidFill>
                <a:latin typeface="Arial"/>
                <a:ea typeface="Arial"/>
                <a:cs typeface="Arial"/>
              </a:defRPr>
            </a:lvl2pPr>
            <a:lvl3pPr algn="l">
              <a:defRPr sz="1800" b="1">
                <a:solidFill>
                  <a:srgbClr val="164A3A"/>
                </a:solidFill>
                <a:latin typeface="Arial"/>
                <a:ea typeface="Arial"/>
                <a:cs typeface="Arial"/>
              </a:defRPr>
            </a:lvl3pPr>
            <a:lvl4pPr algn="l">
              <a:defRPr sz="1800" b="1">
                <a:solidFill>
                  <a:srgbClr val="164A3A"/>
                </a:solidFill>
                <a:latin typeface="Arial"/>
                <a:ea typeface="Arial"/>
                <a:cs typeface="Arial"/>
              </a:defRPr>
            </a:lvl4pPr>
            <a:lvl5pPr algn="l">
              <a:defRPr sz="1800" b="1">
                <a:solidFill>
                  <a:srgbClr val="164A3A"/>
                </a:solidFill>
                <a:latin typeface="Arial"/>
                <a:ea typeface="Arial"/>
                <a:cs typeface="Arial"/>
              </a:defRPr>
            </a:lvl5pPr>
            <a:lvl6pPr algn="l">
              <a:defRPr sz="1800" b="1">
                <a:solidFill>
                  <a:srgbClr val="164A3A"/>
                </a:solidFill>
                <a:latin typeface="Arial"/>
                <a:ea typeface="Arial"/>
                <a:cs typeface="Arial"/>
              </a:defRPr>
            </a:lvl6pPr>
            <a:lvl7pPr algn="l">
              <a:defRPr sz="1800" b="1">
                <a:solidFill>
                  <a:srgbClr val="164A3A"/>
                </a:solidFill>
                <a:latin typeface="Arial"/>
                <a:ea typeface="Arial"/>
                <a:cs typeface="Arial"/>
              </a:defRPr>
            </a:lvl7pPr>
            <a:lvl8pPr algn="l">
              <a:defRPr sz="1800" b="1">
                <a:solidFill>
                  <a:srgbClr val="164A3A"/>
                </a:solidFill>
                <a:latin typeface="Arial"/>
                <a:ea typeface="Arial"/>
                <a:cs typeface="Arial"/>
              </a:defRPr>
            </a:lvl8pPr>
            <a:lvl9pPr algn="l">
              <a:defRPr sz="1800" b="1">
                <a:solidFill>
                  <a:srgbClr val="164A3A"/>
                </a:solidFill>
                <a:latin typeface="Arial"/>
                <a:ea typeface="Arial"/>
                <a:cs typeface="Arial"/>
              </a:defRPr>
            </a:lvl9pPr>
          </a:lstStyle>
          <a:p xmlns:a="http://schemas.openxmlformats.org/drawingml/2006/main">
            <a:pPr algn="l">
              <a:defRPr sz="1800" b="1">
                <a:solidFill>
                  <a:srgbClr val="164A3A"/>
                </a:solidFill>
                <a:latin typeface="Arial"/>
                <a:ea typeface="Arial"/>
                <a:cs typeface="Arial"/>
              </a:defRPr>
            </a:pPr>
            <a:r>
              <a:rPr sz="1800" b="1">
                <a:solidFill>
                  <a:srgbClr val="164A3A"/>
                </a:solidFill>
                <a:latin typeface="Arial"/>
                <a:ea typeface="Arial"/>
                <a:cs typeface="Arial"/>
              </a:rPr>
              <a:t>Population and integrity</a:t>
            </a:r>
          </a:p>
        </p:txBody>
      </p:sp>
      <p:sp>
        <p:nvSpPr>
          <p:cNvPr id="42" name="impl-summary">
            <a:extLst xmlns:a="http://schemas.openxmlformats.org/drawingml/2006/main">
              <a:ext uri="{FF2B5EF4-FFF2-40B4-BE49-F238E27FC236}">
                <a16:creationId xmlns:a16="http://schemas.microsoft.com/office/drawing/2014/main" id="{086B1449-5377-4B2E-9AA3-AB8278A29946}"/>
              </a:ext>
            </a:extLst>
          </p:cNvPr>
          <p:cNvSpPr>
            <a:spLocks xmlns:a="http://schemas.openxmlformats.org/drawingml/2006/main" noGrp="1"/>
          </p:cNvSpPr>
          <p:nvPr/>
        </p:nvSpPr>
        <p:spPr>
          <a:xfrm xmlns:a="http://schemas.openxmlformats.org/drawingml/2006/main">
            <a:off x="8934450" y="3486150"/>
            <a:ext cx="24955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150 active students</a:t>
            </a:r>
          </a:p>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45 rooms  •  151 allocations</a:t>
            </a:r>
          </a:p>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11 complaints  •  6 categories</a:t>
            </a:r>
          </a:p>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3 wardens  •  1 administrator</a:t>
            </a:r>
          </a:p>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1 worker account disabled</a:t>
            </a:r>
          </a:p>
        </p:txBody>
      </p:sp>
      <p:sp>
        <p:nvSpPr>
          <p:cNvPr id="43" name="impl-ddl-label">
            <a:extLst xmlns:a="http://schemas.openxmlformats.org/drawingml/2006/main">
              <a:ext uri="{FF2B5EF4-FFF2-40B4-BE49-F238E27FC236}">
                <a16:creationId xmlns:a16="http://schemas.microsoft.com/office/drawing/2014/main" id="{1802173E-65B1-4218-B7D2-80A7D7B63EFA}"/>
              </a:ext>
            </a:extLst>
          </p:cNvPr>
          <p:cNvSpPr>
            <a:spLocks xmlns:a="http://schemas.openxmlformats.org/drawingml/2006/main" noGrp="1"/>
          </p:cNvSpPr>
          <p:nvPr/>
        </p:nvSpPr>
        <p:spPr>
          <a:xfrm xmlns:a="http://schemas.openxmlformats.org/drawingml/2006/main">
            <a:off x="8915400" y="5372100"/>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89B55"/>
                </a:solidFill>
                <a:latin typeface="Arial"/>
                <a:ea typeface="Arial"/>
                <a:cs typeface="Arial"/>
              </a:defRPr>
            </a:defPPr>
            <a:lvl1pPr algn="l">
              <a:defRPr sz="1125" b="1">
                <a:solidFill>
                  <a:srgbClr val="D89B55"/>
                </a:solidFill>
                <a:latin typeface="Arial"/>
                <a:ea typeface="Arial"/>
                <a:cs typeface="Arial"/>
              </a:defRPr>
            </a:lvl1pPr>
            <a:lvl2pPr algn="l">
              <a:defRPr sz="1125" b="1">
                <a:solidFill>
                  <a:srgbClr val="D89B55"/>
                </a:solidFill>
                <a:latin typeface="Arial"/>
                <a:ea typeface="Arial"/>
                <a:cs typeface="Arial"/>
              </a:defRPr>
            </a:lvl2pPr>
            <a:lvl3pPr algn="l">
              <a:defRPr sz="1125" b="1">
                <a:solidFill>
                  <a:srgbClr val="D89B55"/>
                </a:solidFill>
                <a:latin typeface="Arial"/>
                <a:ea typeface="Arial"/>
                <a:cs typeface="Arial"/>
              </a:defRPr>
            </a:lvl3pPr>
            <a:lvl4pPr algn="l">
              <a:defRPr sz="1125" b="1">
                <a:solidFill>
                  <a:srgbClr val="D89B55"/>
                </a:solidFill>
                <a:latin typeface="Arial"/>
                <a:ea typeface="Arial"/>
                <a:cs typeface="Arial"/>
              </a:defRPr>
            </a:lvl4pPr>
            <a:lvl5pPr algn="l">
              <a:defRPr sz="1125" b="1">
                <a:solidFill>
                  <a:srgbClr val="D89B55"/>
                </a:solidFill>
                <a:latin typeface="Arial"/>
                <a:ea typeface="Arial"/>
                <a:cs typeface="Arial"/>
              </a:defRPr>
            </a:lvl5pPr>
            <a:lvl6pPr algn="l">
              <a:defRPr sz="1125" b="1">
                <a:solidFill>
                  <a:srgbClr val="D89B55"/>
                </a:solidFill>
                <a:latin typeface="Arial"/>
                <a:ea typeface="Arial"/>
                <a:cs typeface="Arial"/>
              </a:defRPr>
            </a:lvl6pPr>
            <a:lvl7pPr algn="l">
              <a:defRPr sz="1125" b="1">
                <a:solidFill>
                  <a:srgbClr val="D89B55"/>
                </a:solidFill>
                <a:latin typeface="Arial"/>
                <a:ea typeface="Arial"/>
                <a:cs typeface="Arial"/>
              </a:defRPr>
            </a:lvl7pPr>
            <a:lvl8pPr algn="l">
              <a:defRPr sz="1125" b="1">
                <a:solidFill>
                  <a:srgbClr val="D89B55"/>
                </a:solidFill>
                <a:latin typeface="Arial"/>
                <a:ea typeface="Arial"/>
                <a:cs typeface="Arial"/>
              </a:defRPr>
            </a:lvl8pPr>
            <a:lvl9pPr algn="l">
              <a:defRPr sz="1125" b="1">
                <a:solidFill>
                  <a:srgbClr val="D89B55"/>
                </a:solidFill>
                <a:latin typeface="Arial"/>
                <a:ea typeface="Arial"/>
                <a:cs typeface="Arial"/>
              </a:defRPr>
            </a:lvl9pPr>
          </a:lstStyle>
          <a:p xmlns:a="http://schemas.openxmlformats.org/drawingml/2006/main">
            <a:pPr algn="l">
              <a:defRPr sz="1125" b="1">
                <a:solidFill>
                  <a:srgbClr val="D89B55"/>
                </a:solidFill>
                <a:latin typeface="Arial"/>
                <a:ea typeface="Arial"/>
                <a:cs typeface="Arial"/>
              </a:defRPr>
            </a:pPr>
            <a:r>
              <a:rPr sz="1125" b="1">
                <a:solidFill>
                  <a:srgbClr val="D89B55"/>
                </a:solidFill>
                <a:latin typeface="Arial"/>
                <a:ea typeface="Arial"/>
                <a:cs typeface="Arial"/>
              </a:rPr>
              <a:t>DDL</a:t>
            </a:r>
          </a:p>
        </p:txBody>
      </p:sp>
      <p:sp>
        <p:nvSpPr>
          <p:cNvPr id="44" name="impl-ddl-text">
            <a:extLst xmlns:a="http://schemas.openxmlformats.org/drawingml/2006/main">
              <a:ext uri="{FF2B5EF4-FFF2-40B4-BE49-F238E27FC236}">
                <a16:creationId xmlns:a16="http://schemas.microsoft.com/office/drawing/2014/main" id="{346DC963-5D34-4E61-B625-B055210CDE9C}"/>
              </a:ext>
            </a:extLst>
          </p:cNvPr>
          <p:cNvSpPr>
            <a:spLocks xmlns:a="http://schemas.openxmlformats.org/drawingml/2006/main" noGrp="1"/>
          </p:cNvSpPr>
          <p:nvPr/>
        </p:nvSpPr>
        <p:spPr>
          <a:xfrm xmlns:a="http://schemas.openxmlformats.org/drawingml/2006/main">
            <a:off x="9429750" y="533400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64766E"/>
                </a:solidFill>
                <a:latin typeface="Arial"/>
                <a:ea typeface="Arial"/>
                <a:cs typeface="Arial"/>
              </a:defRPr>
            </a:defPPr>
            <a:lvl1pPr algn="l">
              <a:defRPr sz="1200" b="0">
                <a:solidFill>
                  <a:srgbClr val="64766E"/>
                </a:solidFill>
                <a:latin typeface="Arial"/>
                <a:ea typeface="Arial"/>
                <a:cs typeface="Arial"/>
              </a:defRPr>
            </a:lvl1pPr>
            <a:lvl2pPr algn="l">
              <a:defRPr sz="1200" b="0">
                <a:solidFill>
                  <a:srgbClr val="64766E"/>
                </a:solidFill>
                <a:latin typeface="Arial"/>
                <a:ea typeface="Arial"/>
                <a:cs typeface="Arial"/>
              </a:defRPr>
            </a:lvl2pPr>
            <a:lvl3pPr algn="l">
              <a:defRPr sz="1200" b="0">
                <a:solidFill>
                  <a:srgbClr val="64766E"/>
                </a:solidFill>
                <a:latin typeface="Arial"/>
                <a:ea typeface="Arial"/>
                <a:cs typeface="Arial"/>
              </a:defRPr>
            </a:lvl3pPr>
            <a:lvl4pPr algn="l">
              <a:defRPr sz="1200" b="0">
                <a:solidFill>
                  <a:srgbClr val="64766E"/>
                </a:solidFill>
                <a:latin typeface="Arial"/>
                <a:ea typeface="Arial"/>
                <a:cs typeface="Arial"/>
              </a:defRPr>
            </a:lvl4pPr>
            <a:lvl5pPr algn="l">
              <a:defRPr sz="1200" b="0">
                <a:solidFill>
                  <a:srgbClr val="64766E"/>
                </a:solidFill>
                <a:latin typeface="Arial"/>
                <a:ea typeface="Arial"/>
                <a:cs typeface="Arial"/>
              </a:defRPr>
            </a:lvl5pPr>
            <a:lvl6pPr algn="l">
              <a:defRPr sz="1200" b="0">
                <a:solidFill>
                  <a:srgbClr val="64766E"/>
                </a:solidFill>
                <a:latin typeface="Arial"/>
                <a:ea typeface="Arial"/>
                <a:cs typeface="Arial"/>
              </a:defRPr>
            </a:lvl6pPr>
            <a:lvl7pPr algn="l">
              <a:defRPr sz="1200" b="0">
                <a:solidFill>
                  <a:srgbClr val="64766E"/>
                </a:solidFill>
                <a:latin typeface="Arial"/>
                <a:ea typeface="Arial"/>
                <a:cs typeface="Arial"/>
              </a:defRPr>
            </a:lvl7pPr>
            <a:lvl8pPr algn="l">
              <a:defRPr sz="1200" b="0">
                <a:solidFill>
                  <a:srgbClr val="64766E"/>
                </a:solidFill>
                <a:latin typeface="Arial"/>
                <a:ea typeface="Arial"/>
                <a:cs typeface="Arial"/>
              </a:defRPr>
            </a:lvl8pPr>
            <a:lvl9pPr algn="l">
              <a:defRPr sz="1200" b="0">
                <a:solidFill>
                  <a:srgbClr val="64766E"/>
                </a:solidFill>
                <a:latin typeface="Arial"/>
                <a:ea typeface="Arial"/>
                <a:cs typeface="Arial"/>
              </a:defRPr>
            </a:lvl9pPr>
          </a:lstStyle>
          <a:p xmlns:a="http://schemas.openxmlformats.org/drawingml/2006/main">
            <a:pPr algn="l">
              <a:defRPr sz="1200" b="0">
                <a:solidFill>
                  <a:srgbClr val="64766E"/>
                </a:solidFill>
                <a:latin typeface="Arial"/>
                <a:ea typeface="Arial"/>
                <a:cs typeface="Arial"/>
              </a:defRPr>
            </a:pPr>
            <a:r>
              <a:rPr sz="1200" b="0">
                <a:solidFill>
                  <a:srgbClr val="64766E"/>
                </a:solidFill>
                <a:latin typeface="Arial"/>
                <a:ea typeface="Arial"/>
                <a:cs typeface="Arial"/>
              </a:rPr>
              <a:t>Tables, PK/FK, UNIQUE, CHECK, indexes</a:t>
            </a:r>
          </a:p>
        </p:txBody>
      </p:sp>
      <p:sp>
        <p:nvSpPr>
          <p:cNvPr id="45" name="impl-dml-label">
            <a:extLst xmlns:a="http://schemas.openxmlformats.org/drawingml/2006/main">
              <a:ext uri="{FF2B5EF4-FFF2-40B4-BE49-F238E27FC236}">
                <a16:creationId xmlns:a16="http://schemas.microsoft.com/office/drawing/2014/main" id="{3D47BAE9-2493-4C84-9947-82D5E4E73C7B}"/>
              </a:ext>
            </a:extLst>
          </p:cNvPr>
          <p:cNvSpPr>
            <a:spLocks xmlns:a="http://schemas.openxmlformats.org/drawingml/2006/main" noGrp="1"/>
          </p:cNvSpPr>
          <p:nvPr/>
        </p:nvSpPr>
        <p:spPr>
          <a:xfrm xmlns:a="http://schemas.openxmlformats.org/drawingml/2006/main">
            <a:off x="8915400" y="580072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89B55"/>
                </a:solidFill>
                <a:latin typeface="Arial"/>
                <a:ea typeface="Arial"/>
                <a:cs typeface="Arial"/>
              </a:defRPr>
            </a:defPPr>
            <a:lvl1pPr algn="l">
              <a:defRPr sz="1125" b="1">
                <a:solidFill>
                  <a:srgbClr val="D89B55"/>
                </a:solidFill>
                <a:latin typeface="Arial"/>
                <a:ea typeface="Arial"/>
                <a:cs typeface="Arial"/>
              </a:defRPr>
            </a:lvl1pPr>
            <a:lvl2pPr algn="l">
              <a:defRPr sz="1125" b="1">
                <a:solidFill>
                  <a:srgbClr val="D89B55"/>
                </a:solidFill>
                <a:latin typeface="Arial"/>
                <a:ea typeface="Arial"/>
                <a:cs typeface="Arial"/>
              </a:defRPr>
            </a:lvl2pPr>
            <a:lvl3pPr algn="l">
              <a:defRPr sz="1125" b="1">
                <a:solidFill>
                  <a:srgbClr val="D89B55"/>
                </a:solidFill>
                <a:latin typeface="Arial"/>
                <a:ea typeface="Arial"/>
                <a:cs typeface="Arial"/>
              </a:defRPr>
            </a:lvl3pPr>
            <a:lvl4pPr algn="l">
              <a:defRPr sz="1125" b="1">
                <a:solidFill>
                  <a:srgbClr val="D89B55"/>
                </a:solidFill>
                <a:latin typeface="Arial"/>
                <a:ea typeface="Arial"/>
                <a:cs typeface="Arial"/>
              </a:defRPr>
            </a:lvl4pPr>
            <a:lvl5pPr algn="l">
              <a:defRPr sz="1125" b="1">
                <a:solidFill>
                  <a:srgbClr val="D89B55"/>
                </a:solidFill>
                <a:latin typeface="Arial"/>
                <a:ea typeface="Arial"/>
                <a:cs typeface="Arial"/>
              </a:defRPr>
            </a:lvl5pPr>
            <a:lvl6pPr algn="l">
              <a:defRPr sz="1125" b="1">
                <a:solidFill>
                  <a:srgbClr val="D89B55"/>
                </a:solidFill>
                <a:latin typeface="Arial"/>
                <a:ea typeface="Arial"/>
                <a:cs typeface="Arial"/>
              </a:defRPr>
            </a:lvl6pPr>
            <a:lvl7pPr algn="l">
              <a:defRPr sz="1125" b="1">
                <a:solidFill>
                  <a:srgbClr val="D89B55"/>
                </a:solidFill>
                <a:latin typeface="Arial"/>
                <a:ea typeface="Arial"/>
                <a:cs typeface="Arial"/>
              </a:defRPr>
            </a:lvl7pPr>
            <a:lvl8pPr algn="l">
              <a:defRPr sz="1125" b="1">
                <a:solidFill>
                  <a:srgbClr val="D89B55"/>
                </a:solidFill>
                <a:latin typeface="Arial"/>
                <a:ea typeface="Arial"/>
                <a:cs typeface="Arial"/>
              </a:defRPr>
            </a:lvl8pPr>
            <a:lvl9pPr algn="l">
              <a:defRPr sz="1125" b="1">
                <a:solidFill>
                  <a:srgbClr val="D89B55"/>
                </a:solidFill>
                <a:latin typeface="Arial"/>
                <a:ea typeface="Arial"/>
                <a:cs typeface="Arial"/>
              </a:defRPr>
            </a:lvl9pPr>
          </a:lstStyle>
          <a:p xmlns:a="http://schemas.openxmlformats.org/drawingml/2006/main">
            <a:pPr algn="l">
              <a:defRPr sz="1125" b="1">
                <a:solidFill>
                  <a:srgbClr val="D89B55"/>
                </a:solidFill>
                <a:latin typeface="Arial"/>
                <a:ea typeface="Arial"/>
                <a:cs typeface="Arial"/>
              </a:defRPr>
            </a:pPr>
            <a:r>
              <a:rPr sz="1125" b="1">
                <a:solidFill>
                  <a:srgbClr val="D89B55"/>
                </a:solidFill>
                <a:latin typeface="Arial"/>
                <a:ea typeface="Arial"/>
                <a:cs typeface="Arial"/>
              </a:rPr>
              <a:t>DML</a:t>
            </a:r>
          </a:p>
        </p:txBody>
      </p:sp>
      <p:sp>
        <p:nvSpPr>
          <p:cNvPr id="46" name="impl-dml-text">
            <a:extLst xmlns:a="http://schemas.openxmlformats.org/drawingml/2006/main">
              <a:ext uri="{FF2B5EF4-FFF2-40B4-BE49-F238E27FC236}">
                <a16:creationId xmlns:a16="http://schemas.microsoft.com/office/drawing/2014/main" id="{DF4D07A2-12D0-42CC-B86D-E1A823F6E50A}"/>
              </a:ext>
            </a:extLst>
          </p:cNvPr>
          <p:cNvSpPr>
            <a:spLocks xmlns:a="http://schemas.openxmlformats.org/drawingml/2006/main" noGrp="1"/>
          </p:cNvSpPr>
          <p:nvPr/>
        </p:nvSpPr>
        <p:spPr>
          <a:xfrm xmlns:a="http://schemas.openxmlformats.org/drawingml/2006/main">
            <a:off x="9429750" y="5762625"/>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64766E"/>
                </a:solidFill>
                <a:latin typeface="Arial"/>
                <a:ea typeface="Arial"/>
                <a:cs typeface="Arial"/>
              </a:defRPr>
            </a:defPPr>
            <a:lvl1pPr algn="l">
              <a:defRPr sz="1200" b="0">
                <a:solidFill>
                  <a:srgbClr val="64766E"/>
                </a:solidFill>
                <a:latin typeface="Arial"/>
                <a:ea typeface="Arial"/>
                <a:cs typeface="Arial"/>
              </a:defRPr>
            </a:lvl1pPr>
            <a:lvl2pPr algn="l">
              <a:defRPr sz="1200" b="0">
                <a:solidFill>
                  <a:srgbClr val="64766E"/>
                </a:solidFill>
                <a:latin typeface="Arial"/>
                <a:ea typeface="Arial"/>
                <a:cs typeface="Arial"/>
              </a:defRPr>
            </a:lvl2pPr>
            <a:lvl3pPr algn="l">
              <a:defRPr sz="1200" b="0">
                <a:solidFill>
                  <a:srgbClr val="64766E"/>
                </a:solidFill>
                <a:latin typeface="Arial"/>
                <a:ea typeface="Arial"/>
                <a:cs typeface="Arial"/>
              </a:defRPr>
            </a:lvl3pPr>
            <a:lvl4pPr algn="l">
              <a:defRPr sz="1200" b="0">
                <a:solidFill>
                  <a:srgbClr val="64766E"/>
                </a:solidFill>
                <a:latin typeface="Arial"/>
                <a:ea typeface="Arial"/>
                <a:cs typeface="Arial"/>
              </a:defRPr>
            </a:lvl4pPr>
            <a:lvl5pPr algn="l">
              <a:defRPr sz="1200" b="0">
                <a:solidFill>
                  <a:srgbClr val="64766E"/>
                </a:solidFill>
                <a:latin typeface="Arial"/>
                <a:ea typeface="Arial"/>
                <a:cs typeface="Arial"/>
              </a:defRPr>
            </a:lvl5pPr>
            <a:lvl6pPr algn="l">
              <a:defRPr sz="1200" b="0">
                <a:solidFill>
                  <a:srgbClr val="64766E"/>
                </a:solidFill>
                <a:latin typeface="Arial"/>
                <a:ea typeface="Arial"/>
                <a:cs typeface="Arial"/>
              </a:defRPr>
            </a:lvl6pPr>
            <a:lvl7pPr algn="l">
              <a:defRPr sz="1200" b="0">
                <a:solidFill>
                  <a:srgbClr val="64766E"/>
                </a:solidFill>
                <a:latin typeface="Arial"/>
                <a:ea typeface="Arial"/>
                <a:cs typeface="Arial"/>
              </a:defRPr>
            </a:lvl7pPr>
            <a:lvl8pPr algn="l">
              <a:defRPr sz="1200" b="0">
                <a:solidFill>
                  <a:srgbClr val="64766E"/>
                </a:solidFill>
                <a:latin typeface="Arial"/>
                <a:ea typeface="Arial"/>
                <a:cs typeface="Arial"/>
              </a:defRPr>
            </a:lvl8pPr>
            <a:lvl9pPr algn="l">
              <a:defRPr sz="1200" b="0">
                <a:solidFill>
                  <a:srgbClr val="64766E"/>
                </a:solidFill>
                <a:latin typeface="Arial"/>
                <a:ea typeface="Arial"/>
                <a:cs typeface="Arial"/>
              </a:defRPr>
            </a:lvl9pPr>
          </a:lstStyle>
          <a:p xmlns:a="http://schemas.openxmlformats.org/drawingml/2006/main">
            <a:pPr algn="l">
              <a:defRPr sz="1200" b="0">
                <a:solidFill>
                  <a:srgbClr val="64766E"/>
                </a:solidFill>
                <a:latin typeface="Arial"/>
                <a:ea typeface="Arial"/>
                <a:cs typeface="Arial"/>
              </a:defRPr>
            </a:pPr>
            <a:r>
              <a:rPr sz="1200" b="0">
                <a:solidFill>
                  <a:srgbClr val="64766E"/>
                </a:solidFill>
                <a:latin typeface="Arial"/>
                <a:ea typeface="Arial"/>
                <a:cs typeface="Arial"/>
              </a:rPr>
              <a:t>Accounts, rooms, allotments, complaints</a:t>
            </a:r>
          </a:p>
        </p:txBody>
      </p:sp>
    </p:spTree>
    <p:extLst>
      <p:ext uri="{BB962C8B-B14F-4D97-AF65-F5344CB8AC3E}">
        <p14:creationId xmlns:p14="http://schemas.microsoft.com/office/powerpoint/2010/main" val="1205729419"/>
      </p:ext>
    </p:extLst>
  </p:cSld>
</p:sld>
</file>

<file path=ppt/slides/slide7.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32" name="top-rule-7">
            <a:extLst xmlns:a="http://schemas.openxmlformats.org/drawingml/2006/main">
              <a:ext uri="{FF2B5EF4-FFF2-40B4-BE49-F238E27FC236}">
                <a16:creationId xmlns:a16="http://schemas.microsoft.com/office/drawing/2014/main" id="{1B7E8AFA-AAFB-4733-A1F8-8832EDA5A44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7">
            <a:extLst xmlns:a="http://schemas.openxmlformats.org/drawingml/2006/main">
              <a:ext uri="{FF2B5EF4-FFF2-40B4-BE49-F238E27FC236}">
                <a16:creationId xmlns:a16="http://schemas.microsoft.com/office/drawing/2014/main" id="{965EFEDD-F8AF-4E04-AA65-34C71DAA7EC2}"/>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06  /  APPLICATION ARCHITECTURE</a:t>
            </a:r>
          </a:p>
        </p:txBody>
      </p:sp>
      <p:sp>
        <p:nvSpPr>
          <p:cNvPr id="3" name="title-7">
            <a:extLst xmlns:a="http://schemas.openxmlformats.org/drawingml/2006/main">
              <a:ext uri="{FF2B5EF4-FFF2-40B4-BE49-F238E27FC236}">
                <a16:creationId xmlns:a16="http://schemas.microsoft.com/office/drawing/2014/main" id="{9C06D432-CEAF-4CB4-95A8-96EA55D10818}"/>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Frontend design and database connectivity</a:t>
            </a:r>
          </a:p>
        </p:txBody>
      </p:sp>
      <p:sp>
        <p:nvSpPr>
          <p:cNvPr id="4" name="subtitle-7">
            <a:extLst xmlns:a="http://schemas.openxmlformats.org/drawingml/2006/main">
              <a:ext uri="{FF2B5EF4-FFF2-40B4-BE49-F238E27FC236}">
                <a16:creationId xmlns:a16="http://schemas.microsoft.com/office/drawing/2014/main" id="{8F2CEAAD-EAF8-4A22-85EC-17B5D3BE5EA0}"/>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The backend API separates the browser from MySQL and owns database access.</a:t>
            </a:r>
          </a:p>
        </p:txBody>
      </p:sp>
      <p:sp>
        <p:nvSpPr>
          <p:cNvPr id="5" name="header-rule-7">
            <a:extLst xmlns:a="http://schemas.openxmlformats.org/drawingml/2006/main">
              <a:ext uri="{FF2B5EF4-FFF2-40B4-BE49-F238E27FC236}">
                <a16:creationId xmlns:a16="http://schemas.microsoft.com/office/drawing/2014/main" id="{884269CD-65AD-44DD-947F-75BD486E72B6}"/>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7">
            <a:extLst xmlns:a="http://schemas.openxmlformats.org/drawingml/2006/main">
              <a:ext uri="{FF2B5EF4-FFF2-40B4-BE49-F238E27FC236}">
                <a16:creationId xmlns:a16="http://schemas.microsoft.com/office/drawing/2014/main" id="{8AD8031F-5A3F-4D87-9CC9-54D7A40C22DC}"/>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7">
            <a:extLst xmlns:a="http://schemas.openxmlformats.org/drawingml/2006/main">
              <a:ext uri="{FF2B5EF4-FFF2-40B4-BE49-F238E27FC236}">
                <a16:creationId xmlns:a16="http://schemas.microsoft.com/office/drawing/2014/main" id="{5D7C1D39-8DD4-4ECD-A118-BD05308CB1F8}"/>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07</a:t>
            </a:r>
          </a:p>
        </p:txBody>
      </p:sp>
      <p:sp>
        <p:nvSpPr>
          <p:cNvPr id="8" name="arch-tag-0">
            <a:extLst xmlns:a="http://schemas.openxmlformats.org/drawingml/2006/main">
              <a:ext uri="{FF2B5EF4-FFF2-40B4-BE49-F238E27FC236}">
                <a16:creationId xmlns:a16="http://schemas.microsoft.com/office/drawing/2014/main" id="{8665E9C9-A8E5-4082-9B89-98218244B8F3}"/>
              </a:ext>
            </a:extLst>
          </p:cNvPr>
          <p:cNvSpPr>
            <a:spLocks xmlns:a="http://schemas.openxmlformats.org/drawingml/2006/main" noGrp="1"/>
          </p:cNvSpPr>
          <p:nvPr/>
        </p:nvSpPr>
        <p:spPr>
          <a:xfrm xmlns:a="http://schemas.openxmlformats.org/drawingml/2006/main">
            <a:off x="876300" y="1962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D89B55"/>
                </a:solidFill>
                <a:latin typeface="Arial"/>
                <a:ea typeface="Arial"/>
                <a:cs typeface="Arial"/>
              </a:defRPr>
            </a:defPPr>
            <a:lvl1pPr algn="ctr">
              <a:defRPr sz="1125" b="1">
                <a:solidFill>
                  <a:srgbClr val="D89B55"/>
                </a:solidFill>
                <a:latin typeface="Arial"/>
                <a:ea typeface="Arial"/>
                <a:cs typeface="Arial"/>
              </a:defRPr>
            </a:lvl1pPr>
            <a:lvl2pPr algn="ctr">
              <a:defRPr sz="1125" b="1">
                <a:solidFill>
                  <a:srgbClr val="D89B55"/>
                </a:solidFill>
                <a:latin typeface="Arial"/>
                <a:ea typeface="Arial"/>
                <a:cs typeface="Arial"/>
              </a:defRPr>
            </a:lvl2pPr>
            <a:lvl3pPr algn="ctr">
              <a:defRPr sz="1125" b="1">
                <a:solidFill>
                  <a:srgbClr val="D89B55"/>
                </a:solidFill>
                <a:latin typeface="Arial"/>
                <a:ea typeface="Arial"/>
                <a:cs typeface="Arial"/>
              </a:defRPr>
            </a:lvl3pPr>
            <a:lvl4pPr algn="ctr">
              <a:defRPr sz="1125" b="1">
                <a:solidFill>
                  <a:srgbClr val="D89B55"/>
                </a:solidFill>
                <a:latin typeface="Arial"/>
                <a:ea typeface="Arial"/>
                <a:cs typeface="Arial"/>
              </a:defRPr>
            </a:lvl4pPr>
            <a:lvl5pPr algn="ctr">
              <a:defRPr sz="1125" b="1">
                <a:solidFill>
                  <a:srgbClr val="D89B55"/>
                </a:solidFill>
                <a:latin typeface="Arial"/>
                <a:ea typeface="Arial"/>
                <a:cs typeface="Arial"/>
              </a:defRPr>
            </a:lvl5pPr>
            <a:lvl6pPr algn="ctr">
              <a:defRPr sz="1125" b="1">
                <a:solidFill>
                  <a:srgbClr val="D89B55"/>
                </a:solidFill>
                <a:latin typeface="Arial"/>
                <a:ea typeface="Arial"/>
                <a:cs typeface="Arial"/>
              </a:defRPr>
            </a:lvl6pPr>
            <a:lvl7pPr algn="ctr">
              <a:defRPr sz="1125" b="1">
                <a:solidFill>
                  <a:srgbClr val="D89B55"/>
                </a:solidFill>
                <a:latin typeface="Arial"/>
                <a:ea typeface="Arial"/>
                <a:cs typeface="Arial"/>
              </a:defRPr>
            </a:lvl7pPr>
            <a:lvl8pPr algn="ctr">
              <a:defRPr sz="1125" b="1">
                <a:solidFill>
                  <a:srgbClr val="D89B55"/>
                </a:solidFill>
                <a:latin typeface="Arial"/>
                <a:ea typeface="Arial"/>
                <a:cs typeface="Arial"/>
              </a:defRPr>
            </a:lvl8pPr>
            <a:lvl9pPr algn="ctr">
              <a:defRPr sz="1125" b="1">
                <a:solidFill>
                  <a:srgbClr val="D89B55"/>
                </a:solidFill>
                <a:latin typeface="Arial"/>
                <a:ea typeface="Arial"/>
                <a:cs typeface="Arial"/>
              </a:defRPr>
            </a:lvl9pPr>
          </a:lstStyle>
          <a:p xmlns:a="http://schemas.openxmlformats.org/drawingml/2006/main">
            <a:pPr algn="ctr">
              <a:defRPr sz="1125" b="1">
                <a:solidFill>
                  <a:srgbClr val="D89B55"/>
                </a:solidFill>
                <a:latin typeface="Arial"/>
                <a:ea typeface="Arial"/>
                <a:cs typeface="Arial"/>
              </a:defRPr>
            </a:pPr>
            <a:r>
              <a:rPr sz="1125" b="1">
                <a:solidFill>
                  <a:srgbClr val="D89B55"/>
                </a:solidFill>
                <a:latin typeface="Arial"/>
                <a:ea typeface="Arial"/>
                <a:cs typeface="Arial"/>
              </a:rPr>
              <a:t>FRONTEND</a:t>
            </a:r>
          </a:p>
        </p:txBody>
      </p:sp>
      <p:sp>
        <p:nvSpPr>
          <p:cNvPr id="9" name="arch-box-0">
            <a:extLst xmlns:a="http://schemas.openxmlformats.org/drawingml/2006/main">
              <a:ext uri="{FF2B5EF4-FFF2-40B4-BE49-F238E27FC236}">
                <a16:creationId xmlns:a16="http://schemas.microsoft.com/office/drawing/2014/main" id="{6C9C51D8-7474-432E-B94C-3312CA294550}"/>
              </a:ext>
            </a:extLst>
          </p:cNvPr>
          <p:cNvSpPr>
            <a:spLocks xmlns:a="http://schemas.openxmlformats.org/drawingml/2006/main" noGrp="1"/>
          </p:cNvSpPr>
          <p:nvPr/>
        </p:nvSpPr>
        <p:spPr>
          <a:xfrm xmlns:a="http://schemas.openxmlformats.org/drawingml/2006/main">
            <a:off x="876300" y="2324100"/>
            <a:ext cx="28575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9050">
            <a:solidFill>
              <a:srgbClr val="CBD8D1"/>
            </a:solidFill>
            <a:prstDash val="solid"/>
          </a:ln>
        </p:spPr>
      </p:sp>
      <p:sp>
        <p:nvSpPr>
          <p:cNvPr id="10" name="arch-title-0">
            <a:extLst xmlns:a="http://schemas.openxmlformats.org/drawingml/2006/main">
              <a:ext uri="{FF2B5EF4-FFF2-40B4-BE49-F238E27FC236}">
                <a16:creationId xmlns:a16="http://schemas.microsoft.com/office/drawing/2014/main" id="{F1FC0678-C115-4082-B41E-216C90F689AE}"/>
              </a:ext>
            </a:extLst>
          </p:cNvPr>
          <p:cNvSpPr>
            <a:spLocks xmlns:a="http://schemas.openxmlformats.org/drawingml/2006/main" noGrp="1"/>
          </p:cNvSpPr>
          <p:nvPr/>
        </p:nvSpPr>
        <p:spPr>
          <a:xfrm xmlns:a="http://schemas.openxmlformats.org/drawingml/2006/main">
            <a:off x="990600" y="245745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64A3A"/>
                </a:solidFill>
                <a:latin typeface="Arial"/>
                <a:ea typeface="Arial"/>
                <a:cs typeface="Arial"/>
              </a:defRPr>
            </a:defPPr>
            <a:lvl1pPr algn="ctr">
              <a:defRPr sz="1875" b="1">
                <a:solidFill>
                  <a:srgbClr val="164A3A"/>
                </a:solidFill>
                <a:latin typeface="Arial"/>
                <a:ea typeface="Arial"/>
                <a:cs typeface="Arial"/>
              </a:defRPr>
            </a:lvl1pPr>
            <a:lvl2pPr algn="ctr">
              <a:defRPr sz="1875" b="1">
                <a:solidFill>
                  <a:srgbClr val="164A3A"/>
                </a:solidFill>
                <a:latin typeface="Arial"/>
                <a:ea typeface="Arial"/>
                <a:cs typeface="Arial"/>
              </a:defRPr>
            </a:lvl2pPr>
            <a:lvl3pPr algn="ctr">
              <a:defRPr sz="1875" b="1">
                <a:solidFill>
                  <a:srgbClr val="164A3A"/>
                </a:solidFill>
                <a:latin typeface="Arial"/>
                <a:ea typeface="Arial"/>
                <a:cs typeface="Arial"/>
              </a:defRPr>
            </a:lvl3pPr>
            <a:lvl4pPr algn="ctr">
              <a:defRPr sz="1875" b="1">
                <a:solidFill>
                  <a:srgbClr val="164A3A"/>
                </a:solidFill>
                <a:latin typeface="Arial"/>
                <a:ea typeface="Arial"/>
                <a:cs typeface="Arial"/>
              </a:defRPr>
            </a:lvl4pPr>
            <a:lvl5pPr algn="ctr">
              <a:defRPr sz="1875" b="1">
                <a:solidFill>
                  <a:srgbClr val="164A3A"/>
                </a:solidFill>
                <a:latin typeface="Arial"/>
                <a:ea typeface="Arial"/>
                <a:cs typeface="Arial"/>
              </a:defRPr>
            </a:lvl5pPr>
            <a:lvl6pPr algn="ctr">
              <a:defRPr sz="1875" b="1">
                <a:solidFill>
                  <a:srgbClr val="164A3A"/>
                </a:solidFill>
                <a:latin typeface="Arial"/>
                <a:ea typeface="Arial"/>
                <a:cs typeface="Arial"/>
              </a:defRPr>
            </a:lvl6pPr>
            <a:lvl7pPr algn="ctr">
              <a:defRPr sz="1875" b="1">
                <a:solidFill>
                  <a:srgbClr val="164A3A"/>
                </a:solidFill>
                <a:latin typeface="Arial"/>
                <a:ea typeface="Arial"/>
                <a:cs typeface="Arial"/>
              </a:defRPr>
            </a:lvl7pPr>
            <a:lvl8pPr algn="ctr">
              <a:defRPr sz="1875" b="1">
                <a:solidFill>
                  <a:srgbClr val="164A3A"/>
                </a:solidFill>
                <a:latin typeface="Arial"/>
                <a:ea typeface="Arial"/>
                <a:cs typeface="Arial"/>
              </a:defRPr>
            </a:lvl8pPr>
            <a:lvl9pPr algn="ctr">
              <a:defRPr sz="1875" b="1">
                <a:solidFill>
                  <a:srgbClr val="164A3A"/>
                </a:solidFill>
                <a:latin typeface="Arial"/>
                <a:ea typeface="Arial"/>
                <a:cs typeface="Arial"/>
              </a:defRPr>
            </a:lvl9pPr>
          </a:lstStyle>
          <a:p xmlns:a="http://schemas.openxmlformats.org/drawingml/2006/main">
            <a:pPr algn="ctr">
              <a:defRPr sz="1875" b="1">
                <a:solidFill>
                  <a:srgbClr val="164A3A"/>
                </a:solidFill>
                <a:latin typeface="Arial"/>
                <a:ea typeface="Arial"/>
                <a:cs typeface="Arial"/>
              </a:defRPr>
            </a:pPr>
            <a:r>
              <a:rPr sz="1875" b="1">
                <a:solidFill>
                  <a:srgbClr val="164A3A"/>
                </a:solidFill>
                <a:latin typeface="Arial"/>
                <a:ea typeface="Arial"/>
                <a:cs typeface="Arial"/>
              </a:rPr>
              <a:t>React + Vite</a:t>
            </a:r>
          </a:p>
        </p:txBody>
      </p:sp>
      <p:sp>
        <p:nvSpPr>
          <p:cNvPr id="11" name="arch-desc-0">
            <a:extLst xmlns:a="http://schemas.openxmlformats.org/drawingml/2006/main">
              <a:ext uri="{FF2B5EF4-FFF2-40B4-BE49-F238E27FC236}">
                <a16:creationId xmlns:a16="http://schemas.microsoft.com/office/drawing/2014/main" id="{1A2DAAD9-1A02-48E3-93C1-A346F3F0E682}"/>
              </a:ext>
            </a:extLst>
          </p:cNvPr>
          <p:cNvSpPr>
            <a:spLocks xmlns:a="http://schemas.openxmlformats.org/drawingml/2006/main" noGrp="1"/>
          </p:cNvSpPr>
          <p:nvPr/>
        </p:nvSpPr>
        <p:spPr>
          <a:xfrm xmlns:a="http://schemas.openxmlformats.org/drawingml/2006/main">
            <a:off x="1009650" y="3381375"/>
            <a:ext cx="25908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18312A"/>
                </a:solidFill>
                <a:latin typeface="Arial"/>
                <a:ea typeface="Arial"/>
                <a:cs typeface="Arial"/>
              </a:defRPr>
            </a:defPPr>
            <a:lvl1pPr algn="ctr">
              <a:defRPr sz="1425" b="0">
                <a:solidFill>
                  <a:srgbClr val="18312A"/>
                </a:solidFill>
                <a:latin typeface="Arial"/>
                <a:ea typeface="Arial"/>
                <a:cs typeface="Arial"/>
              </a:defRPr>
            </a:lvl1pPr>
            <a:lvl2pPr algn="ctr">
              <a:defRPr sz="1425" b="0">
                <a:solidFill>
                  <a:srgbClr val="18312A"/>
                </a:solidFill>
                <a:latin typeface="Arial"/>
                <a:ea typeface="Arial"/>
                <a:cs typeface="Arial"/>
              </a:defRPr>
            </a:lvl2pPr>
            <a:lvl3pPr algn="ctr">
              <a:defRPr sz="1425" b="0">
                <a:solidFill>
                  <a:srgbClr val="18312A"/>
                </a:solidFill>
                <a:latin typeface="Arial"/>
                <a:ea typeface="Arial"/>
                <a:cs typeface="Arial"/>
              </a:defRPr>
            </a:lvl3pPr>
            <a:lvl4pPr algn="ctr">
              <a:defRPr sz="1425" b="0">
                <a:solidFill>
                  <a:srgbClr val="18312A"/>
                </a:solidFill>
                <a:latin typeface="Arial"/>
                <a:ea typeface="Arial"/>
                <a:cs typeface="Arial"/>
              </a:defRPr>
            </a:lvl4pPr>
            <a:lvl5pPr algn="ctr">
              <a:defRPr sz="1425" b="0">
                <a:solidFill>
                  <a:srgbClr val="18312A"/>
                </a:solidFill>
                <a:latin typeface="Arial"/>
                <a:ea typeface="Arial"/>
                <a:cs typeface="Arial"/>
              </a:defRPr>
            </a:lvl5pPr>
            <a:lvl6pPr algn="ctr">
              <a:defRPr sz="1425" b="0">
                <a:solidFill>
                  <a:srgbClr val="18312A"/>
                </a:solidFill>
                <a:latin typeface="Arial"/>
                <a:ea typeface="Arial"/>
                <a:cs typeface="Arial"/>
              </a:defRPr>
            </a:lvl6pPr>
            <a:lvl7pPr algn="ctr">
              <a:defRPr sz="1425" b="0">
                <a:solidFill>
                  <a:srgbClr val="18312A"/>
                </a:solidFill>
                <a:latin typeface="Arial"/>
                <a:ea typeface="Arial"/>
                <a:cs typeface="Arial"/>
              </a:defRPr>
            </a:lvl7pPr>
            <a:lvl8pPr algn="ctr">
              <a:defRPr sz="1425" b="0">
                <a:solidFill>
                  <a:srgbClr val="18312A"/>
                </a:solidFill>
                <a:latin typeface="Arial"/>
                <a:ea typeface="Arial"/>
                <a:cs typeface="Arial"/>
              </a:defRPr>
            </a:lvl8pPr>
            <a:lvl9pPr algn="ctr">
              <a:defRPr sz="1425" b="0">
                <a:solidFill>
                  <a:srgbClr val="18312A"/>
                </a:solidFill>
                <a:latin typeface="Arial"/>
                <a:ea typeface="Arial"/>
                <a:cs typeface="Arial"/>
              </a:defRPr>
            </a:lvl9pPr>
          </a:lstStyle>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Role-specific pages</a:t>
            </a:r>
          </a:p>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Forms and dashboards</a:t>
            </a:r>
          </a:p>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Complaint and profile views</a:t>
            </a:r>
          </a:p>
        </p:txBody>
      </p:sp>
      <p:sp>
        <p:nvSpPr>
          <p:cNvPr id="12" name="arch-tag-1">
            <a:extLst xmlns:a="http://schemas.openxmlformats.org/drawingml/2006/main">
              <a:ext uri="{FF2B5EF4-FFF2-40B4-BE49-F238E27FC236}">
                <a16:creationId xmlns:a16="http://schemas.microsoft.com/office/drawing/2014/main" id="{4F469E20-6AEF-481B-806A-DA0142F5E99C}"/>
              </a:ext>
            </a:extLst>
          </p:cNvPr>
          <p:cNvSpPr>
            <a:spLocks xmlns:a="http://schemas.openxmlformats.org/drawingml/2006/main" noGrp="1"/>
          </p:cNvSpPr>
          <p:nvPr/>
        </p:nvSpPr>
        <p:spPr>
          <a:xfrm xmlns:a="http://schemas.openxmlformats.org/drawingml/2006/main">
            <a:off x="4667250" y="1962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D89B55"/>
                </a:solidFill>
                <a:latin typeface="Arial"/>
                <a:ea typeface="Arial"/>
                <a:cs typeface="Arial"/>
              </a:defRPr>
            </a:defPPr>
            <a:lvl1pPr algn="ctr">
              <a:defRPr sz="1125" b="1">
                <a:solidFill>
                  <a:srgbClr val="D89B55"/>
                </a:solidFill>
                <a:latin typeface="Arial"/>
                <a:ea typeface="Arial"/>
                <a:cs typeface="Arial"/>
              </a:defRPr>
            </a:lvl1pPr>
            <a:lvl2pPr algn="ctr">
              <a:defRPr sz="1125" b="1">
                <a:solidFill>
                  <a:srgbClr val="D89B55"/>
                </a:solidFill>
                <a:latin typeface="Arial"/>
                <a:ea typeface="Arial"/>
                <a:cs typeface="Arial"/>
              </a:defRPr>
            </a:lvl2pPr>
            <a:lvl3pPr algn="ctr">
              <a:defRPr sz="1125" b="1">
                <a:solidFill>
                  <a:srgbClr val="D89B55"/>
                </a:solidFill>
                <a:latin typeface="Arial"/>
                <a:ea typeface="Arial"/>
                <a:cs typeface="Arial"/>
              </a:defRPr>
            </a:lvl3pPr>
            <a:lvl4pPr algn="ctr">
              <a:defRPr sz="1125" b="1">
                <a:solidFill>
                  <a:srgbClr val="D89B55"/>
                </a:solidFill>
                <a:latin typeface="Arial"/>
                <a:ea typeface="Arial"/>
                <a:cs typeface="Arial"/>
              </a:defRPr>
            </a:lvl4pPr>
            <a:lvl5pPr algn="ctr">
              <a:defRPr sz="1125" b="1">
                <a:solidFill>
                  <a:srgbClr val="D89B55"/>
                </a:solidFill>
                <a:latin typeface="Arial"/>
                <a:ea typeface="Arial"/>
                <a:cs typeface="Arial"/>
              </a:defRPr>
            </a:lvl5pPr>
            <a:lvl6pPr algn="ctr">
              <a:defRPr sz="1125" b="1">
                <a:solidFill>
                  <a:srgbClr val="D89B55"/>
                </a:solidFill>
                <a:latin typeface="Arial"/>
                <a:ea typeface="Arial"/>
                <a:cs typeface="Arial"/>
              </a:defRPr>
            </a:lvl6pPr>
            <a:lvl7pPr algn="ctr">
              <a:defRPr sz="1125" b="1">
                <a:solidFill>
                  <a:srgbClr val="D89B55"/>
                </a:solidFill>
                <a:latin typeface="Arial"/>
                <a:ea typeface="Arial"/>
                <a:cs typeface="Arial"/>
              </a:defRPr>
            </a:lvl7pPr>
            <a:lvl8pPr algn="ctr">
              <a:defRPr sz="1125" b="1">
                <a:solidFill>
                  <a:srgbClr val="D89B55"/>
                </a:solidFill>
                <a:latin typeface="Arial"/>
                <a:ea typeface="Arial"/>
                <a:cs typeface="Arial"/>
              </a:defRPr>
            </a:lvl8pPr>
            <a:lvl9pPr algn="ctr">
              <a:defRPr sz="1125" b="1">
                <a:solidFill>
                  <a:srgbClr val="D89B55"/>
                </a:solidFill>
                <a:latin typeface="Arial"/>
                <a:ea typeface="Arial"/>
                <a:cs typeface="Arial"/>
              </a:defRPr>
            </a:lvl9pPr>
          </a:lstStyle>
          <a:p xmlns:a="http://schemas.openxmlformats.org/drawingml/2006/main">
            <a:pPr algn="ctr">
              <a:defRPr sz="1125" b="1">
                <a:solidFill>
                  <a:srgbClr val="D89B55"/>
                </a:solidFill>
                <a:latin typeface="Arial"/>
                <a:ea typeface="Arial"/>
                <a:cs typeface="Arial"/>
              </a:defRPr>
            </a:pPr>
            <a:r>
              <a:rPr sz="1125" b="1">
                <a:solidFill>
                  <a:srgbClr val="D89B55"/>
                </a:solidFill>
                <a:latin typeface="Arial"/>
                <a:ea typeface="Arial"/>
                <a:cs typeface="Arial"/>
              </a:rPr>
              <a:t>BACKEND API</a:t>
            </a:r>
          </a:p>
        </p:txBody>
      </p:sp>
      <p:sp>
        <p:nvSpPr>
          <p:cNvPr id="13" name="arch-box-1">
            <a:extLst xmlns:a="http://schemas.openxmlformats.org/drawingml/2006/main">
              <a:ext uri="{FF2B5EF4-FFF2-40B4-BE49-F238E27FC236}">
                <a16:creationId xmlns:a16="http://schemas.microsoft.com/office/drawing/2014/main" id="{C095B5C8-F9AD-443C-A7A9-AA232E927A9F}"/>
              </a:ext>
            </a:extLst>
          </p:cNvPr>
          <p:cNvSpPr>
            <a:spLocks xmlns:a="http://schemas.openxmlformats.org/drawingml/2006/main" noGrp="1"/>
          </p:cNvSpPr>
          <p:nvPr/>
        </p:nvSpPr>
        <p:spPr>
          <a:xfrm xmlns:a="http://schemas.openxmlformats.org/drawingml/2006/main">
            <a:off x="4667250" y="2324100"/>
            <a:ext cx="2857500" cy="819150"/>
          </a:xfrm>
          <a:prstGeom xmlns:a="http://schemas.openxmlformats.org/drawingml/2006/main" prst="roundRect">
            <a:avLst>
              <a:gd name="adj" fmla="val 9302"/>
            </a:avLst>
          </a:prstGeom>
          <a:solidFill xmlns:a="http://schemas.openxmlformats.org/drawingml/2006/main">
            <a:srgbClr val="164A3A"/>
          </a:solidFill>
          <a:ln xmlns:a="http://schemas.openxmlformats.org/drawingml/2006/main" w="19050">
            <a:solidFill>
              <a:srgbClr val="164A3A"/>
            </a:solidFill>
            <a:prstDash val="solid"/>
          </a:ln>
        </p:spPr>
      </p:sp>
      <p:sp>
        <p:nvSpPr>
          <p:cNvPr id="14" name="arch-title-1">
            <a:extLst xmlns:a="http://schemas.openxmlformats.org/drawingml/2006/main">
              <a:ext uri="{FF2B5EF4-FFF2-40B4-BE49-F238E27FC236}">
                <a16:creationId xmlns:a16="http://schemas.microsoft.com/office/drawing/2014/main" id="{3DAFF843-B574-4D0E-8455-4144BDDDBBAE}"/>
              </a:ext>
            </a:extLst>
          </p:cNvPr>
          <p:cNvSpPr>
            <a:spLocks xmlns:a="http://schemas.openxmlformats.org/drawingml/2006/main" noGrp="1"/>
          </p:cNvSpPr>
          <p:nvPr/>
        </p:nvSpPr>
        <p:spPr>
          <a:xfrm xmlns:a="http://schemas.openxmlformats.org/drawingml/2006/main">
            <a:off x="4781550" y="245745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Node + Express</a:t>
            </a:r>
          </a:p>
        </p:txBody>
      </p:sp>
      <p:sp>
        <p:nvSpPr>
          <p:cNvPr id="15" name="arch-desc-1">
            <a:extLst xmlns:a="http://schemas.openxmlformats.org/drawingml/2006/main">
              <a:ext uri="{FF2B5EF4-FFF2-40B4-BE49-F238E27FC236}">
                <a16:creationId xmlns:a16="http://schemas.microsoft.com/office/drawing/2014/main" id="{A5EDCE84-73B9-48F6-8DED-CE0D8FCE5BDD}"/>
              </a:ext>
            </a:extLst>
          </p:cNvPr>
          <p:cNvSpPr>
            <a:spLocks xmlns:a="http://schemas.openxmlformats.org/drawingml/2006/main" noGrp="1"/>
          </p:cNvSpPr>
          <p:nvPr/>
        </p:nvSpPr>
        <p:spPr>
          <a:xfrm xmlns:a="http://schemas.openxmlformats.org/drawingml/2006/main">
            <a:off x="4800600" y="3381375"/>
            <a:ext cx="25908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18312A"/>
                </a:solidFill>
                <a:latin typeface="Arial"/>
                <a:ea typeface="Arial"/>
                <a:cs typeface="Arial"/>
              </a:defRPr>
            </a:defPPr>
            <a:lvl1pPr algn="ctr">
              <a:defRPr sz="1425" b="0">
                <a:solidFill>
                  <a:srgbClr val="18312A"/>
                </a:solidFill>
                <a:latin typeface="Arial"/>
                <a:ea typeface="Arial"/>
                <a:cs typeface="Arial"/>
              </a:defRPr>
            </a:lvl1pPr>
            <a:lvl2pPr algn="ctr">
              <a:defRPr sz="1425" b="0">
                <a:solidFill>
                  <a:srgbClr val="18312A"/>
                </a:solidFill>
                <a:latin typeface="Arial"/>
                <a:ea typeface="Arial"/>
                <a:cs typeface="Arial"/>
              </a:defRPr>
            </a:lvl2pPr>
            <a:lvl3pPr algn="ctr">
              <a:defRPr sz="1425" b="0">
                <a:solidFill>
                  <a:srgbClr val="18312A"/>
                </a:solidFill>
                <a:latin typeface="Arial"/>
                <a:ea typeface="Arial"/>
                <a:cs typeface="Arial"/>
              </a:defRPr>
            </a:lvl3pPr>
            <a:lvl4pPr algn="ctr">
              <a:defRPr sz="1425" b="0">
                <a:solidFill>
                  <a:srgbClr val="18312A"/>
                </a:solidFill>
                <a:latin typeface="Arial"/>
                <a:ea typeface="Arial"/>
                <a:cs typeface="Arial"/>
              </a:defRPr>
            </a:lvl4pPr>
            <a:lvl5pPr algn="ctr">
              <a:defRPr sz="1425" b="0">
                <a:solidFill>
                  <a:srgbClr val="18312A"/>
                </a:solidFill>
                <a:latin typeface="Arial"/>
                <a:ea typeface="Arial"/>
                <a:cs typeface="Arial"/>
              </a:defRPr>
            </a:lvl5pPr>
            <a:lvl6pPr algn="ctr">
              <a:defRPr sz="1425" b="0">
                <a:solidFill>
                  <a:srgbClr val="18312A"/>
                </a:solidFill>
                <a:latin typeface="Arial"/>
                <a:ea typeface="Arial"/>
                <a:cs typeface="Arial"/>
              </a:defRPr>
            </a:lvl6pPr>
            <a:lvl7pPr algn="ctr">
              <a:defRPr sz="1425" b="0">
                <a:solidFill>
                  <a:srgbClr val="18312A"/>
                </a:solidFill>
                <a:latin typeface="Arial"/>
                <a:ea typeface="Arial"/>
                <a:cs typeface="Arial"/>
              </a:defRPr>
            </a:lvl7pPr>
            <a:lvl8pPr algn="ctr">
              <a:defRPr sz="1425" b="0">
                <a:solidFill>
                  <a:srgbClr val="18312A"/>
                </a:solidFill>
                <a:latin typeface="Arial"/>
                <a:ea typeface="Arial"/>
                <a:cs typeface="Arial"/>
              </a:defRPr>
            </a:lvl8pPr>
            <a:lvl9pPr algn="ctr">
              <a:defRPr sz="1425" b="0">
                <a:solidFill>
                  <a:srgbClr val="18312A"/>
                </a:solidFill>
                <a:latin typeface="Arial"/>
                <a:ea typeface="Arial"/>
                <a:cs typeface="Arial"/>
              </a:defRPr>
            </a:lvl9pPr>
          </a:lstStyle>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Authentication and role checks</a:t>
            </a:r>
          </a:p>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Request validation</a:t>
            </a:r>
          </a:p>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Workflow and SQL calls</a:t>
            </a:r>
          </a:p>
        </p:txBody>
      </p:sp>
      <p:sp>
        <p:nvSpPr>
          <p:cNvPr id="16" name="arch-tag-2">
            <a:extLst xmlns:a="http://schemas.openxmlformats.org/drawingml/2006/main">
              <a:ext uri="{FF2B5EF4-FFF2-40B4-BE49-F238E27FC236}">
                <a16:creationId xmlns:a16="http://schemas.microsoft.com/office/drawing/2014/main" id="{6E3D75BE-A555-4404-A91B-850886FC1A99}"/>
              </a:ext>
            </a:extLst>
          </p:cNvPr>
          <p:cNvSpPr>
            <a:spLocks xmlns:a="http://schemas.openxmlformats.org/drawingml/2006/main" noGrp="1"/>
          </p:cNvSpPr>
          <p:nvPr/>
        </p:nvSpPr>
        <p:spPr>
          <a:xfrm xmlns:a="http://schemas.openxmlformats.org/drawingml/2006/main">
            <a:off x="8458200" y="1962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D89B55"/>
                </a:solidFill>
                <a:latin typeface="Arial"/>
                <a:ea typeface="Arial"/>
                <a:cs typeface="Arial"/>
              </a:defRPr>
            </a:defPPr>
            <a:lvl1pPr algn="ctr">
              <a:defRPr sz="1125" b="1">
                <a:solidFill>
                  <a:srgbClr val="D89B55"/>
                </a:solidFill>
                <a:latin typeface="Arial"/>
                <a:ea typeface="Arial"/>
                <a:cs typeface="Arial"/>
              </a:defRPr>
            </a:lvl1pPr>
            <a:lvl2pPr algn="ctr">
              <a:defRPr sz="1125" b="1">
                <a:solidFill>
                  <a:srgbClr val="D89B55"/>
                </a:solidFill>
                <a:latin typeface="Arial"/>
                <a:ea typeface="Arial"/>
                <a:cs typeface="Arial"/>
              </a:defRPr>
            </a:lvl2pPr>
            <a:lvl3pPr algn="ctr">
              <a:defRPr sz="1125" b="1">
                <a:solidFill>
                  <a:srgbClr val="D89B55"/>
                </a:solidFill>
                <a:latin typeface="Arial"/>
                <a:ea typeface="Arial"/>
                <a:cs typeface="Arial"/>
              </a:defRPr>
            </a:lvl3pPr>
            <a:lvl4pPr algn="ctr">
              <a:defRPr sz="1125" b="1">
                <a:solidFill>
                  <a:srgbClr val="D89B55"/>
                </a:solidFill>
                <a:latin typeface="Arial"/>
                <a:ea typeface="Arial"/>
                <a:cs typeface="Arial"/>
              </a:defRPr>
            </a:lvl4pPr>
            <a:lvl5pPr algn="ctr">
              <a:defRPr sz="1125" b="1">
                <a:solidFill>
                  <a:srgbClr val="D89B55"/>
                </a:solidFill>
                <a:latin typeface="Arial"/>
                <a:ea typeface="Arial"/>
                <a:cs typeface="Arial"/>
              </a:defRPr>
            </a:lvl5pPr>
            <a:lvl6pPr algn="ctr">
              <a:defRPr sz="1125" b="1">
                <a:solidFill>
                  <a:srgbClr val="D89B55"/>
                </a:solidFill>
                <a:latin typeface="Arial"/>
                <a:ea typeface="Arial"/>
                <a:cs typeface="Arial"/>
              </a:defRPr>
            </a:lvl6pPr>
            <a:lvl7pPr algn="ctr">
              <a:defRPr sz="1125" b="1">
                <a:solidFill>
                  <a:srgbClr val="D89B55"/>
                </a:solidFill>
                <a:latin typeface="Arial"/>
                <a:ea typeface="Arial"/>
                <a:cs typeface="Arial"/>
              </a:defRPr>
            </a:lvl7pPr>
            <a:lvl8pPr algn="ctr">
              <a:defRPr sz="1125" b="1">
                <a:solidFill>
                  <a:srgbClr val="D89B55"/>
                </a:solidFill>
                <a:latin typeface="Arial"/>
                <a:ea typeface="Arial"/>
                <a:cs typeface="Arial"/>
              </a:defRPr>
            </a:lvl8pPr>
            <a:lvl9pPr algn="ctr">
              <a:defRPr sz="1125" b="1">
                <a:solidFill>
                  <a:srgbClr val="D89B55"/>
                </a:solidFill>
                <a:latin typeface="Arial"/>
                <a:ea typeface="Arial"/>
                <a:cs typeface="Arial"/>
              </a:defRPr>
            </a:lvl9pPr>
          </a:lstStyle>
          <a:p xmlns:a="http://schemas.openxmlformats.org/drawingml/2006/main">
            <a:pPr algn="ctr">
              <a:defRPr sz="1125" b="1">
                <a:solidFill>
                  <a:srgbClr val="D89B55"/>
                </a:solidFill>
                <a:latin typeface="Arial"/>
                <a:ea typeface="Arial"/>
                <a:cs typeface="Arial"/>
              </a:defRPr>
            </a:pPr>
            <a:r>
              <a:rPr sz="1125" b="1">
                <a:solidFill>
                  <a:srgbClr val="D89B55"/>
                </a:solidFill>
                <a:latin typeface="Arial"/>
                <a:ea typeface="Arial"/>
                <a:cs typeface="Arial"/>
              </a:rPr>
              <a:t>DATABASE</a:t>
            </a:r>
          </a:p>
        </p:txBody>
      </p:sp>
      <p:sp>
        <p:nvSpPr>
          <p:cNvPr id="17" name="arch-box-2">
            <a:extLst xmlns:a="http://schemas.openxmlformats.org/drawingml/2006/main">
              <a:ext uri="{FF2B5EF4-FFF2-40B4-BE49-F238E27FC236}">
                <a16:creationId xmlns:a16="http://schemas.microsoft.com/office/drawing/2014/main" id="{37021D74-3985-4C08-88F7-7CE0A4E782D4}"/>
              </a:ext>
            </a:extLst>
          </p:cNvPr>
          <p:cNvSpPr>
            <a:spLocks xmlns:a="http://schemas.openxmlformats.org/drawingml/2006/main" noGrp="1"/>
          </p:cNvSpPr>
          <p:nvPr/>
        </p:nvSpPr>
        <p:spPr>
          <a:xfrm xmlns:a="http://schemas.openxmlformats.org/drawingml/2006/main">
            <a:off x="8458200" y="2324100"/>
            <a:ext cx="28575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9050">
            <a:solidFill>
              <a:srgbClr val="CBD8D1"/>
            </a:solidFill>
            <a:prstDash val="solid"/>
          </a:ln>
        </p:spPr>
      </p:sp>
      <p:sp>
        <p:nvSpPr>
          <p:cNvPr id="18" name="arch-title-2">
            <a:extLst xmlns:a="http://schemas.openxmlformats.org/drawingml/2006/main">
              <a:ext uri="{FF2B5EF4-FFF2-40B4-BE49-F238E27FC236}">
                <a16:creationId xmlns:a16="http://schemas.microsoft.com/office/drawing/2014/main" id="{DF79FFB2-C1F4-4889-93DD-02CC974CE061}"/>
              </a:ext>
            </a:extLst>
          </p:cNvPr>
          <p:cNvSpPr>
            <a:spLocks xmlns:a="http://schemas.openxmlformats.org/drawingml/2006/main" noGrp="1"/>
          </p:cNvSpPr>
          <p:nvPr/>
        </p:nvSpPr>
        <p:spPr>
          <a:xfrm xmlns:a="http://schemas.openxmlformats.org/drawingml/2006/main">
            <a:off x="8572500" y="2457450"/>
            <a:ext cx="2628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64A3A"/>
                </a:solidFill>
                <a:latin typeface="Arial"/>
                <a:ea typeface="Arial"/>
                <a:cs typeface="Arial"/>
              </a:defRPr>
            </a:defPPr>
            <a:lvl1pPr algn="ctr">
              <a:defRPr sz="1875" b="1">
                <a:solidFill>
                  <a:srgbClr val="164A3A"/>
                </a:solidFill>
                <a:latin typeface="Arial"/>
                <a:ea typeface="Arial"/>
                <a:cs typeface="Arial"/>
              </a:defRPr>
            </a:lvl1pPr>
            <a:lvl2pPr algn="ctr">
              <a:defRPr sz="1875" b="1">
                <a:solidFill>
                  <a:srgbClr val="164A3A"/>
                </a:solidFill>
                <a:latin typeface="Arial"/>
                <a:ea typeface="Arial"/>
                <a:cs typeface="Arial"/>
              </a:defRPr>
            </a:lvl2pPr>
            <a:lvl3pPr algn="ctr">
              <a:defRPr sz="1875" b="1">
                <a:solidFill>
                  <a:srgbClr val="164A3A"/>
                </a:solidFill>
                <a:latin typeface="Arial"/>
                <a:ea typeface="Arial"/>
                <a:cs typeface="Arial"/>
              </a:defRPr>
            </a:lvl3pPr>
            <a:lvl4pPr algn="ctr">
              <a:defRPr sz="1875" b="1">
                <a:solidFill>
                  <a:srgbClr val="164A3A"/>
                </a:solidFill>
                <a:latin typeface="Arial"/>
                <a:ea typeface="Arial"/>
                <a:cs typeface="Arial"/>
              </a:defRPr>
            </a:lvl4pPr>
            <a:lvl5pPr algn="ctr">
              <a:defRPr sz="1875" b="1">
                <a:solidFill>
                  <a:srgbClr val="164A3A"/>
                </a:solidFill>
                <a:latin typeface="Arial"/>
                <a:ea typeface="Arial"/>
                <a:cs typeface="Arial"/>
              </a:defRPr>
            </a:lvl5pPr>
            <a:lvl6pPr algn="ctr">
              <a:defRPr sz="1875" b="1">
                <a:solidFill>
                  <a:srgbClr val="164A3A"/>
                </a:solidFill>
                <a:latin typeface="Arial"/>
                <a:ea typeface="Arial"/>
                <a:cs typeface="Arial"/>
              </a:defRPr>
            </a:lvl6pPr>
            <a:lvl7pPr algn="ctr">
              <a:defRPr sz="1875" b="1">
                <a:solidFill>
                  <a:srgbClr val="164A3A"/>
                </a:solidFill>
                <a:latin typeface="Arial"/>
                <a:ea typeface="Arial"/>
                <a:cs typeface="Arial"/>
              </a:defRPr>
            </a:lvl7pPr>
            <a:lvl8pPr algn="ctr">
              <a:defRPr sz="1875" b="1">
                <a:solidFill>
                  <a:srgbClr val="164A3A"/>
                </a:solidFill>
                <a:latin typeface="Arial"/>
                <a:ea typeface="Arial"/>
                <a:cs typeface="Arial"/>
              </a:defRPr>
            </a:lvl8pPr>
            <a:lvl9pPr algn="ctr">
              <a:defRPr sz="1875" b="1">
                <a:solidFill>
                  <a:srgbClr val="164A3A"/>
                </a:solidFill>
                <a:latin typeface="Arial"/>
                <a:ea typeface="Arial"/>
                <a:cs typeface="Arial"/>
              </a:defRPr>
            </a:lvl9pPr>
          </a:lstStyle>
          <a:p xmlns:a="http://schemas.openxmlformats.org/drawingml/2006/main">
            <a:pPr algn="ctr">
              <a:defRPr sz="1875" b="1">
                <a:solidFill>
                  <a:srgbClr val="164A3A"/>
                </a:solidFill>
                <a:latin typeface="Arial"/>
                <a:ea typeface="Arial"/>
                <a:cs typeface="Arial"/>
              </a:defRPr>
            </a:pPr>
            <a:r>
              <a:rPr sz="1875" b="1">
                <a:solidFill>
                  <a:srgbClr val="164A3A"/>
                </a:solidFill>
                <a:latin typeface="Arial"/>
                <a:ea typeface="Arial"/>
                <a:cs typeface="Arial"/>
              </a:rPr>
              <a:t>MySQL hrsm</a:t>
            </a:r>
          </a:p>
        </p:txBody>
      </p:sp>
      <p:sp>
        <p:nvSpPr>
          <p:cNvPr id="19" name="arch-desc-2">
            <a:extLst xmlns:a="http://schemas.openxmlformats.org/drawingml/2006/main">
              <a:ext uri="{FF2B5EF4-FFF2-40B4-BE49-F238E27FC236}">
                <a16:creationId xmlns:a16="http://schemas.microsoft.com/office/drawing/2014/main" id="{23892D5F-5B5F-44DC-8EC6-5E0B63BFA39E}"/>
              </a:ext>
            </a:extLst>
          </p:cNvPr>
          <p:cNvSpPr>
            <a:spLocks xmlns:a="http://schemas.openxmlformats.org/drawingml/2006/main" noGrp="1"/>
          </p:cNvSpPr>
          <p:nvPr/>
        </p:nvSpPr>
        <p:spPr>
          <a:xfrm xmlns:a="http://schemas.openxmlformats.org/drawingml/2006/main">
            <a:off x="8591550" y="3381375"/>
            <a:ext cx="25908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18312A"/>
                </a:solidFill>
                <a:latin typeface="Arial"/>
                <a:ea typeface="Arial"/>
                <a:cs typeface="Arial"/>
              </a:defRPr>
            </a:defPPr>
            <a:lvl1pPr algn="ctr">
              <a:defRPr sz="1425" b="0">
                <a:solidFill>
                  <a:srgbClr val="18312A"/>
                </a:solidFill>
                <a:latin typeface="Arial"/>
                <a:ea typeface="Arial"/>
                <a:cs typeface="Arial"/>
              </a:defRPr>
            </a:lvl1pPr>
            <a:lvl2pPr algn="ctr">
              <a:defRPr sz="1425" b="0">
                <a:solidFill>
                  <a:srgbClr val="18312A"/>
                </a:solidFill>
                <a:latin typeface="Arial"/>
                <a:ea typeface="Arial"/>
                <a:cs typeface="Arial"/>
              </a:defRPr>
            </a:lvl2pPr>
            <a:lvl3pPr algn="ctr">
              <a:defRPr sz="1425" b="0">
                <a:solidFill>
                  <a:srgbClr val="18312A"/>
                </a:solidFill>
                <a:latin typeface="Arial"/>
                <a:ea typeface="Arial"/>
                <a:cs typeface="Arial"/>
              </a:defRPr>
            </a:lvl3pPr>
            <a:lvl4pPr algn="ctr">
              <a:defRPr sz="1425" b="0">
                <a:solidFill>
                  <a:srgbClr val="18312A"/>
                </a:solidFill>
                <a:latin typeface="Arial"/>
                <a:ea typeface="Arial"/>
                <a:cs typeface="Arial"/>
              </a:defRPr>
            </a:lvl4pPr>
            <a:lvl5pPr algn="ctr">
              <a:defRPr sz="1425" b="0">
                <a:solidFill>
                  <a:srgbClr val="18312A"/>
                </a:solidFill>
                <a:latin typeface="Arial"/>
                <a:ea typeface="Arial"/>
                <a:cs typeface="Arial"/>
              </a:defRPr>
            </a:lvl5pPr>
            <a:lvl6pPr algn="ctr">
              <a:defRPr sz="1425" b="0">
                <a:solidFill>
                  <a:srgbClr val="18312A"/>
                </a:solidFill>
                <a:latin typeface="Arial"/>
                <a:ea typeface="Arial"/>
                <a:cs typeface="Arial"/>
              </a:defRPr>
            </a:lvl6pPr>
            <a:lvl7pPr algn="ctr">
              <a:defRPr sz="1425" b="0">
                <a:solidFill>
                  <a:srgbClr val="18312A"/>
                </a:solidFill>
                <a:latin typeface="Arial"/>
                <a:ea typeface="Arial"/>
                <a:cs typeface="Arial"/>
              </a:defRPr>
            </a:lvl7pPr>
            <a:lvl8pPr algn="ctr">
              <a:defRPr sz="1425" b="0">
                <a:solidFill>
                  <a:srgbClr val="18312A"/>
                </a:solidFill>
                <a:latin typeface="Arial"/>
                <a:ea typeface="Arial"/>
                <a:cs typeface="Arial"/>
              </a:defRPr>
            </a:lvl8pPr>
            <a:lvl9pPr algn="ctr">
              <a:defRPr sz="1425" b="0">
                <a:solidFill>
                  <a:srgbClr val="18312A"/>
                </a:solidFill>
                <a:latin typeface="Arial"/>
                <a:ea typeface="Arial"/>
                <a:cs typeface="Arial"/>
              </a:defRPr>
            </a:lvl9pPr>
          </a:lstStyle>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13 relational tables</a:t>
            </a:r>
          </a:p>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Constraints and indexes</a:t>
            </a:r>
          </a:p>
          <a:p xmlns:a="http://schemas.openxmlformats.org/drawingml/2006/main">
            <a:pPr algn="ctr">
              <a:defRPr sz="1425" b="0">
                <a:solidFill>
                  <a:srgbClr val="18312A"/>
                </a:solidFill>
                <a:latin typeface="Arial"/>
                <a:ea typeface="Arial"/>
                <a:cs typeface="Arial"/>
              </a:defRPr>
            </a:pPr>
            <a:r>
              <a:rPr sz="1425" b="0">
                <a:solidFill>
                  <a:srgbClr val="18312A"/>
                </a:solidFill>
                <a:latin typeface="Arial"/>
                <a:ea typeface="Arial"/>
                <a:cs typeface="Arial"/>
              </a:rPr>
              <a:t>Views, triggers, procedures</a:t>
            </a:r>
          </a:p>
        </p:txBody>
      </p:sp>
      <p:sp>
        <p:nvSpPr>
          <p:cNvPr id="20" name="arch-arrow-a">
            <a:extLst xmlns:a="http://schemas.openxmlformats.org/drawingml/2006/main">
              <a:ext uri="{FF2B5EF4-FFF2-40B4-BE49-F238E27FC236}">
                <a16:creationId xmlns:a16="http://schemas.microsoft.com/office/drawing/2014/main" id="{8759E84A-4ADC-4C17-BCB0-29D7D614E97C}"/>
              </a:ext>
            </a:extLst>
          </p:cNvPr>
          <p:cNvSpPr>
            <a:spLocks xmlns:a="http://schemas.openxmlformats.org/drawingml/2006/main" noGrp="1"/>
          </p:cNvSpPr>
          <p:nvPr/>
        </p:nvSpPr>
        <p:spPr>
          <a:xfrm xmlns:a="http://schemas.openxmlformats.org/drawingml/2006/main">
            <a:off x="3876675" y="2562225"/>
            <a:ext cx="552450" cy="342900"/>
          </a:xfrm>
          <a:prstGeom xmlns:a="http://schemas.openxmlformats.org/drawingml/2006/main" prst="rightArrow">
            <a:avLst/>
          </a:prstGeom>
          <a:solidFill xmlns:a="http://schemas.openxmlformats.org/drawingml/2006/main">
            <a:srgbClr val="D89B55"/>
          </a:solidFill>
          <a:ln xmlns:a="http://schemas.openxmlformats.org/drawingml/2006/main" w="0">
            <a:noFill/>
            <a:prstDash val="solid"/>
          </a:ln>
        </p:spPr>
      </p:sp>
      <p:sp>
        <p:nvSpPr>
          <p:cNvPr id="21" name="arch-arrow-b">
            <a:extLst xmlns:a="http://schemas.openxmlformats.org/drawingml/2006/main">
              <a:ext uri="{FF2B5EF4-FFF2-40B4-BE49-F238E27FC236}">
                <a16:creationId xmlns:a16="http://schemas.microsoft.com/office/drawing/2014/main" id="{598B493D-499F-401A-A50F-11DE0B07A7B4}"/>
              </a:ext>
            </a:extLst>
          </p:cNvPr>
          <p:cNvSpPr>
            <a:spLocks xmlns:a="http://schemas.openxmlformats.org/drawingml/2006/main" noGrp="1"/>
          </p:cNvSpPr>
          <p:nvPr/>
        </p:nvSpPr>
        <p:spPr>
          <a:xfrm xmlns:a="http://schemas.openxmlformats.org/drawingml/2006/main">
            <a:off x="7667625" y="2562225"/>
            <a:ext cx="552450" cy="342900"/>
          </a:xfrm>
          <a:prstGeom xmlns:a="http://schemas.openxmlformats.org/drawingml/2006/main" prst="rightArrow">
            <a:avLst/>
          </a:prstGeom>
          <a:solidFill xmlns:a="http://schemas.openxmlformats.org/drawingml/2006/main">
            <a:srgbClr val="D89B55"/>
          </a:solidFill>
          <a:ln xmlns:a="http://schemas.openxmlformats.org/drawingml/2006/main" w="0">
            <a:noFill/>
            <a:prstDash val="solid"/>
          </a:ln>
        </p:spPr>
      </p:sp>
      <p:sp>
        <p:nvSpPr>
          <p:cNvPr id="22" name="arch-request">
            <a:extLst xmlns:a="http://schemas.openxmlformats.org/drawingml/2006/main">
              <a:ext uri="{FF2B5EF4-FFF2-40B4-BE49-F238E27FC236}">
                <a16:creationId xmlns:a16="http://schemas.microsoft.com/office/drawing/2014/main" id="{0422B7D8-E5C4-4FD0-B1AC-B12BF998C390}"/>
              </a:ext>
            </a:extLst>
          </p:cNvPr>
          <p:cNvSpPr>
            <a:spLocks xmlns:a="http://schemas.openxmlformats.org/drawingml/2006/main" noGrp="1"/>
          </p:cNvSpPr>
          <p:nvPr/>
        </p:nvSpPr>
        <p:spPr>
          <a:xfrm xmlns:a="http://schemas.openxmlformats.org/drawingml/2006/main">
            <a:off x="3752850" y="295275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64766E"/>
                </a:solidFill>
                <a:latin typeface="Arial"/>
                <a:ea typeface="Arial"/>
                <a:cs typeface="Arial"/>
              </a:defRPr>
            </a:defPPr>
            <a:lvl1pPr algn="ctr">
              <a:defRPr sz="975" b="0">
                <a:solidFill>
                  <a:srgbClr val="64766E"/>
                </a:solidFill>
                <a:latin typeface="Arial"/>
                <a:ea typeface="Arial"/>
                <a:cs typeface="Arial"/>
              </a:defRPr>
            </a:lvl1pPr>
            <a:lvl2pPr algn="ctr">
              <a:defRPr sz="975" b="0">
                <a:solidFill>
                  <a:srgbClr val="64766E"/>
                </a:solidFill>
                <a:latin typeface="Arial"/>
                <a:ea typeface="Arial"/>
                <a:cs typeface="Arial"/>
              </a:defRPr>
            </a:lvl2pPr>
            <a:lvl3pPr algn="ctr">
              <a:defRPr sz="975" b="0">
                <a:solidFill>
                  <a:srgbClr val="64766E"/>
                </a:solidFill>
                <a:latin typeface="Arial"/>
                <a:ea typeface="Arial"/>
                <a:cs typeface="Arial"/>
              </a:defRPr>
            </a:lvl3pPr>
            <a:lvl4pPr algn="ctr">
              <a:defRPr sz="975" b="0">
                <a:solidFill>
                  <a:srgbClr val="64766E"/>
                </a:solidFill>
                <a:latin typeface="Arial"/>
                <a:ea typeface="Arial"/>
                <a:cs typeface="Arial"/>
              </a:defRPr>
            </a:lvl4pPr>
            <a:lvl5pPr algn="ctr">
              <a:defRPr sz="975" b="0">
                <a:solidFill>
                  <a:srgbClr val="64766E"/>
                </a:solidFill>
                <a:latin typeface="Arial"/>
                <a:ea typeface="Arial"/>
                <a:cs typeface="Arial"/>
              </a:defRPr>
            </a:lvl5pPr>
            <a:lvl6pPr algn="ctr">
              <a:defRPr sz="975" b="0">
                <a:solidFill>
                  <a:srgbClr val="64766E"/>
                </a:solidFill>
                <a:latin typeface="Arial"/>
                <a:ea typeface="Arial"/>
                <a:cs typeface="Arial"/>
              </a:defRPr>
            </a:lvl6pPr>
            <a:lvl7pPr algn="ctr">
              <a:defRPr sz="975" b="0">
                <a:solidFill>
                  <a:srgbClr val="64766E"/>
                </a:solidFill>
                <a:latin typeface="Arial"/>
                <a:ea typeface="Arial"/>
                <a:cs typeface="Arial"/>
              </a:defRPr>
            </a:lvl7pPr>
            <a:lvl8pPr algn="ctr">
              <a:defRPr sz="975" b="0">
                <a:solidFill>
                  <a:srgbClr val="64766E"/>
                </a:solidFill>
                <a:latin typeface="Arial"/>
                <a:ea typeface="Arial"/>
                <a:cs typeface="Arial"/>
              </a:defRPr>
            </a:lvl8pPr>
            <a:lvl9pPr algn="ctr">
              <a:defRPr sz="975" b="0">
                <a:solidFill>
                  <a:srgbClr val="64766E"/>
                </a:solidFill>
                <a:latin typeface="Arial"/>
                <a:ea typeface="Arial"/>
                <a:cs typeface="Arial"/>
              </a:defRPr>
            </a:lvl9pPr>
          </a:lstStyle>
          <a:p xmlns:a="http://schemas.openxmlformats.org/drawingml/2006/main">
            <a:pPr algn="ctr">
              <a:defRPr sz="975" b="0">
                <a:solidFill>
                  <a:srgbClr val="64766E"/>
                </a:solidFill>
                <a:latin typeface="Arial"/>
                <a:ea typeface="Arial"/>
                <a:cs typeface="Arial"/>
              </a:defRPr>
            </a:pPr>
            <a:r>
              <a:rPr sz="975" b="0">
                <a:solidFill>
                  <a:srgbClr val="64766E"/>
                </a:solidFill>
                <a:latin typeface="Arial"/>
                <a:ea typeface="Arial"/>
                <a:cs typeface="Arial"/>
              </a:rPr>
              <a:t>API request</a:t>
            </a:r>
          </a:p>
        </p:txBody>
      </p:sp>
      <p:sp>
        <p:nvSpPr>
          <p:cNvPr id="23" name="arch-query">
            <a:extLst xmlns:a="http://schemas.openxmlformats.org/drawingml/2006/main">
              <a:ext uri="{FF2B5EF4-FFF2-40B4-BE49-F238E27FC236}">
                <a16:creationId xmlns:a16="http://schemas.microsoft.com/office/drawing/2014/main" id="{662FE617-1856-4282-B509-08A18A549E49}"/>
              </a:ext>
            </a:extLst>
          </p:cNvPr>
          <p:cNvSpPr>
            <a:spLocks xmlns:a="http://schemas.openxmlformats.org/drawingml/2006/main" noGrp="1"/>
          </p:cNvSpPr>
          <p:nvPr/>
        </p:nvSpPr>
        <p:spPr>
          <a:xfrm xmlns:a="http://schemas.openxmlformats.org/drawingml/2006/main">
            <a:off x="7553325" y="29527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64766E"/>
                </a:solidFill>
                <a:latin typeface="Arial"/>
                <a:ea typeface="Arial"/>
                <a:cs typeface="Arial"/>
              </a:defRPr>
            </a:defPPr>
            <a:lvl1pPr algn="ctr">
              <a:defRPr sz="975" b="0">
                <a:solidFill>
                  <a:srgbClr val="64766E"/>
                </a:solidFill>
                <a:latin typeface="Arial"/>
                <a:ea typeface="Arial"/>
                <a:cs typeface="Arial"/>
              </a:defRPr>
            </a:lvl1pPr>
            <a:lvl2pPr algn="ctr">
              <a:defRPr sz="975" b="0">
                <a:solidFill>
                  <a:srgbClr val="64766E"/>
                </a:solidFill>
                <a:latin typeface="Arial"/>
                <a:ea typeface="Arial"/>
                <a:cs typeface="Arial"/>
              </a:defRPr>
            </a:lvl2pPr>
            <a:lvl3pPr algn="ctr">
              <a:defRPr sz="975" b="0">
                <a:solidFill>
                  <a:srgbClr val="64766E"/>
                </a:solidFill>
                <a:latin typeface="Arial"/>
                <a:ea typeface="Arial"/>
                <a:cs typeface="Arial"/>
              </a:defRPr>
            </a:lvl3pPr>
            <a:lvl4pPr algn="ctr">
              <a:defRPr sz="975" b="0">
                <a:solidFill>
                  <a:srgbClr val="64766E"/>
                </a:solidFill>
                <a:latin typeface="Arial"/>
                <a:ea typeface="Arial"/>
                <a:cs typeface="Arial"/>
              </a:defRPr>
            </a:lvl4pPr>
            <a:lvl5pPr algn="ctr">
              <a:defRPr sz="975" b="0">
                <a:solidFill>
                  <a:srgbClr val="64766E"/>
                </a:solidFill>
                <a:latin typeface="Arial"/>
                <a:ea typeface="Arial"/>
                <a:cs typeface="Arial"/>
              </a:defRPr>
            </a:lvl5pPr>
            <a:lvl6pPr algn="ctr">
              <a:defRPr sz="975" b="0">
                <a:solidFill>
                  <a:srgbClr val="64766E"/>
                </a:solidFill>
                <a:latin typeface="Arial"/>
                <a:ea typeface="Arial"/>
                <a:cs typeface="Arial"/>
              </a:defRPr>
            </a:lvl6pPr>
            <a:lvl7pPr algn="ctr">
              <a:defRPr sz="975" b="0">
                <a:solidFill>
                  <a:srgbClr val="64766E"/>
                </a:solidFill>
                <a:latin typeface="Arial"/>
                <a:ea typeface="Arial"/>
                <a:cs typeface="Arial"/>
              </a:defRPr>
            </a:lvl7pPr>
            <a:lvl8pPr algn="ctr">
              <a:defRPr sz="975" b="0">
                <a:solidFill>
                  <a:srgbClr val="64766E"/>
                </a:solidFill>
                <a:latin typeface="Arial"/>
                <a:ea typeface="Arial"/>
                <a:cs typeface="Arial"/>
              </a:defRPr>
            </a:lvl8pPr>
            <a:lvl9pPr algn="ctr">
              <a:defRPr sz="975" b="0">
                <a:solidFill>
                  <a:srgbClr val="64766E"/>
                </a:solidFill>
                <a:latin typeface="Arial"/>
                <a:ea typeface="Arial"/>
                <a:cs typeface="Arial"/>
              </a:defRPr>
            </a:lvl9pPr>
          </a:lstStyle>
          <a:p xmlns:a="http://schemas.openxmlformats.org/drawingml/2006/main">
            <a:pPr algn="ctr">
              <a:defRPr sz="975" b="0">
                <a:solidFill>
                  <a:srgbClr val="64766E"/>
                </a:solidFill>
                <a:latin typeface="Arial"/>
                <a:ea typeface="Arial"/>
                <a:cs typeface="Arial"/>
              </a:defRPr>
            </a:pPr>
            <a:r>
              <a:rPr sz="975" b="0">
                <a:solidFill>
                  <a:srgbClr val="64766E"/>
                </a:solidFill>
                <a:latin typeface="Arial"/>
                <a:ea typeface="Arial"/>
                <a:cs typeface="Arial"/>
              </a:rPr>
              <a:t>SQL query</a:t>
            </a:r>
          </a:p>
        </p:txBody>
      </p:sp>
      <p:sp>
        <p:nvSpPr>
          <p:cNvPr id="24" name="arch-rule">
            <a:extLst xmlns:a="http://schemas.openxmlformats.org/drawingml/2006/main">
              <a:ext uri="{FF2B5EF4-FFF2-40B4-BE49-F238E27FC236}">
                <a16:creationId xmlns:a16="http://schemas.microsoft.com/office/drawing/2014/main" id="{8B56B6C7-300E-4DB8-A5EF-825C6E1C8D9D}"/>
              </a:ext>
            </a:extLst>
          </p:cNvPr>
          <p:cNvSpPr>
            <a:spLocks xmlns:a="http://schemas.openxmlformats.org/drawingml/2006/main" noGrp="1"/>
          </p:cNvSpPr>
          <p:nvPr/>
        </p:nvSpPr>
        <p:spPr>
          <a:xfrm xmlns:a="http://schemas.openxmlformats.org/drawingml/2006/main">
            <a:off x="857250" y="4781550"/>
            <a:ext cx="10572750" cy="190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5" name="arch-security-head">
            <a:extLst xmlns:a="http://schemas.openxmlformats.org/drawingml/2006/main">
              <a:ext uri="{FF2B5EF4-FFF2-40B4-BE49-F238E27FC236}">
                <a16:creationId xmlns:a16="http://schemas.microsoft.com/office/drawing/2014/main" id="{66E7CF4C-AD6C-4DF8-8020-8B7C5ED8AB2C}"/>
              </a:ext>
            </a:extLst>
          </p:cNvPr>
          <p:cNvSpPr>
            <a:spLocks xmlns:a="http://schemas.openxmlformats.org/drawingml/2006/main" noGrp="1"/>
          </p:cNvSpPr>
          <p:nvPr/>
        </p:nvSpPr>
        <p:spPr>
          <a:xfrm xmlns:a="http://schemas.openxmlformats.org/drawingml/2006/main">
            <a:off x="857250" y="50006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64A3A"/>
                </a:solidFill>
                <a:latin typeface="Arial"/>
                <a:ea typeface="Arial"/>
                <a:cs typeface="Arial"/>
              </a:defRPr>
            </a:defPPr>
            <a:lvl1pPr algn="l">
              <a:defRPr sz="1800" b="1">
                <a:solidFill>
                  <a:srgbClr val="164A3A"/>
                </a:solidFill>
                <a:latin typeface="Arial"/>
                <a:ea typeface="Arial"/>
                <a:cs typeface="Arial"/>
              </a:defRPr>
            </a:lvl1pPr>
            <a:lvl2pPr algn="l">
              <a:defRPr sz="1800" b="1">
                <a:solidFill>
                  <a:srgbClr val="164A3A"/>
                </a:solidFill>
                <a:latin typeface="Arial"/>
                <a:ea typeface="Arial"/>
                <a:cs typeface="Arial"/>
              </a:defRPr>
            </a:lvl2pPr>
            <a:lvl3pPr algn="l">
              <a:defRPr sz="1800" b="1">
                <a:solidFill>
                  <a:srgbClr val="164A3A"/>
                </a:solidFill>
                <a:latin typeface="Arial"/>
                <a:ea typeface="Arial"/>
                <a:cs typeface="Arial"/>
              </a:defRPr>
            </a:lvl3pPr>
            <a:lvl4pPr algn="l">
              <a:defRPr sz="1800" b="1">
                <a:solidFill>
                  <a:srgbClr val="164A3A"/>
                </a:solidFill>
                <a:latin typeface="Arial"/>
                <a:ea typeface="Arial"/>
                <a:cs typeface="Arial"/>
              </a:defRPr>
            </a:lvl4pPr>
            <a:lvl5pPr algn="l">
              <a:defRPr sz="1800" b="1">
                <a:solidFill>
                  <a:srgbClr val="164A3A"/>
                </a:solidFill>
                <a:latin typeface="Arial"/>
                <a:ea typeface="Arial"/>
                <a:cs typeface="Arial"/>
              </a:defRPr>
            </a:lvl5pPr>
            <a:lvl6pPr algn="l">
              <a:defRPr sz="1800" b="1">
                <a:solidFill>
                  <a:srgbClr val="164A3A"/>
                </a:solidFill>
                <a:latin typeface="Arial"/>
                <a:ea typeface="Arial"/>
                <a:cs typeface="Arial"/>
              </a:defRPr>
            </a:lvl6pPr>
            <a:lvl7pPr algn="l">
              <a:defRPr sz="1800" b="1">
                <a:solidFill>
                  <a:srgbClr val="164A3A"/>
                </a:solidFill>
                <a:latin typeface="Arial"/>
                <a:ea typeface="Arial"/>
                <a:cs typeface="Arial"/>
              </a:defRPr>
            </a:lvl7pPr>
            <a:lvl8pPr algn="l">
              <a:defRPr sz="1800" b="1">
                <a:solidFill>
                  <a:srgbClr val="164A3A"/>
                </a:solidFill>
                <a:latin typeface="Arial"/>
                <a:ea typeface="Arial"/>
                <a:cs typeface="Arial"/>
              </a:defRPr>
            </a:lvl8pPr>
            <a:lvl9pPr algn="l">
              <a:defRPr sz="1800" b="1">
                <a:solidFill>
                  <a:srgbClr val="164A3A"/>
                </a:solidFill>
                <a:latin typeface="Arial"/>
                <a:ea typeface="Arial"/>
                <a:cs typeface="Arial"/>
              </a:defRPr>
            </a:lvl9pPr>
          </a:lstStyle>
          <a:p xmlns:a="http://schemas.openxmlformats.org/drawingml/2006/main">
            <a:pPr algn="l">
              <a:defRPr sz="1800" b="1">
                <a:solidFill>
                  <a:srgbClr val="164A3A"/>
                </a:solidFill>
                <a:latin typeface="Arial"/>
                <a:ea typeface="Arial"/>
                <a:cs typeface="Arial"/>
              </a:defRPr>
            </a:pPr>
            <a:r>
              <a:rPr sz="1800" b="1">
                <a:solidFill>
                  <a:srgbClr val="164A3A"/>
                </a:solidFill>
                <a:latin typeface="Arial"/>
                <a:ea typeface="Arial"/>
                <a:cs typeface="Arial"/>
              </a:rPr>
              <a:t>Security and connection practices</a:t>
            </a:r>
          </a:p>
        </p:txBody>
      </p:sp>
      <p:sp>
        <p:nvSpPr>
          <p:cNvPr id="26" name="arch-sec1-num">
            <a:extLst xmlns:a="http://schemas.openxmlformats.org/drawingml/2006/main">
              <a:ext uri="{FF2B5EF4-FFF2-40B4-BE49-F238E27FC236}">
                <a16:creationId xmlns:a16="http://schemas.microsoft.com/office/drawing/2014/main" id="{C9241C9A-2C44-4E19-8B7B-CF3644F0B855}"/>
              </a:ext>
            </a:extLst>
          </p:cNvPr>
          <p:cNvSpPr>
            <a:spLocks xmlns:a="http://schemas.openxmlformats.org/drawingml/2006/main" noGrp="1"/>
          </p:cNvSpPr>
          <p:nvPr/>
        </p:nvSpPr>
        <p:spPr>
          <a:xfrm xmlns:a="http://schemas.openxmlformats.org/drawingml/2006/main">
            <a:off x="857250" y="541972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01</a:t>
            </a:r>
          </a:p>
        </p:txBody>
      </p:sp>
      <p:sp>
        <p:nvSpPr>
          <p:cNvPr id="27" name="arch-sec1-heading">
            <a:extLst xmlns:a="http://schemas.openxmlformats.org/drawingml/2006/main">
              <a:ext uri="{FF2B5EF4-FFF2-40B4-BE49-F238E27FC236}">
                <a16:creationId xmlns:a16="http://schemas.microsoft.com/office/drawing/2014/main" id="{CE8714A7-F941-443F-8F6C-92DD89EC5141}"/>
              </a:ext>
            </a:extLst>
          </p:cNvPr>
          <p:cNvSpPr>
            <a:spLocks xmlns:a="http://schemas.openxmlformats.org/drawingml/2006/main" noGrp="1"/>
          </p:cNvSpPr>
          <p:nvPr/>
        </p:nvSpPr>
        <p:spPr>
          <a:xfrm xmlns:a="http://schemas.openxmlformats.org/drawingml/2006/main">
            <a:off x="1314450" y="5410200"/>
            <a:ext cx="421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Credentials stay server-side</a:t>
            </a:r>
          </a:p>
        </p:txBody>
      </p:sp>
      <p:sp>
        <p:nvSpPr>
          <p:cNvPr id="28" name="arch-sec1-body">
            <a:extLst xmlns:a="http://schemas.openxmlformats.org/drawingml/2006/main">
              <a:ext uri="{FF2B5EF4-FFF2-40B4-BE49-F238E27FC236}">
                <a16:creationId xmlns:a16="http://schemas.microsoft.com/office/drawing/2014/main" id="{CA0EEA91-E607-4E24-8645-675FD2F37D66}"/>
              </a:ext>
            </a:extLst>
          </p:cNvPr>
          <p:cNvSpPr>
            <a:spLocks xmlns:a="http://schemas.openxmlformats.org/drawingml/2006/main" noGrp="1"/>
          </p:cNvSpPr>
          <p:nvPr/>
        </p:nvSpPr>
        <p:spPr>
          <a:xfrm xmlns:a="http://schemas.openxmlformats.org/drawingml/2006/main">
            <a:off x="1314450" y="5705475"/>
            <a:ext cx="41529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Local database settings are read from backend/.env.</a:t>
            </a:r>
          </a:p>
        </p:txBody>
      </p:sp>
      <p:sp>
        <p:nvSpPr>
          <p:cNvPr id="29" name="arch-sec2-num">
            <a:extLst xmlns:a="http://schemas.openxmlformats.org/drawingml/2006/main">
              <a:ext uri="{FF2B5EF4-FFF2-40B4-BE49-F238E27FC236}">
                <a16:creationId xmlns:a16="http://schemas.microsoft.com/office/drawing/2014/main" id="{EA1C216D-70C4-4362-B31F-381443DAE89E}"/>
              </a:ext>
            </a:extLst>
          </p:cNvPr>
          <p:cNvSpPr>
            <a:spLocks xmlns:a="http://schemas.openxmlformats.org/drawingml/2006/main" noGrp="1"/>
          </p:cNvSpPr>
          <p:nvPr/>
        </p:nvSpPr>
        <p:spPr>
          <a:xfrm xmlns:a="http://schemas.openxmlformats.org/drawingml/2006/main">
            <a:off x="6191250" y="541972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02</a:t>
            </a:r>
          </a:p>
        </p:txBody>
      </p:sp>
      <p:sp>
        <p:nvSpPr>
          <p:cNvPr id="30" name="arch-sec2-heading">
            <a:extLst xmlns:a="http://schemas.openxmlformats.org/drawingml/2006/main">
              <a:ext uri="{FF2B5EF4-FFF2-40B4-BE49-F238E27FC236}">
                <a16:creationId xmlns:a16="http://schemas.microsoft.com/office/drawing/2014/main" id="{0A63C2E5-C114-42B2-9BD2-51C9BDD792BF}"/>
              </a:ext>
            </a:extLst>
          </p:cNvPr>
          <p:cNvSpPr>
            <a:spLocks xmlns:a="http://schemas.openxmlformats.org/drawingml/2006/main" noGrp="1"/>
          </p:cNvSpPr>
          <p:nvPr/>
        </p:nvSpPr>
        <p:spPr>
          <a:xfrm xmlns:a="http://schemas.openxmlformats.org/drawingml/2006/main">
            <a:off x="6648450" y="5410200"/>
            <a:ext cx="4638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Passwords are hashed</a:t>
            </a:r>
          </a:p>
        </p:txBody>
      </p:sp>
      <p:sp>
        <p:nvSpPr>
          <p:cNvPr id="31" name="arch-sec2-body">
            <a:extLst xmlns:a="http://schemas.openxmlformats.org/drawingml/2006/main">
              <a:ext uri="{FF2B5EF4-FFF2-40B4-BE49-F238E27FC236}">
                <a16:creationId xmlns:a16="http://schemas.microsoft.com/office/drawing/2014/main" id="{5FFFC77E-A71C-4ECC-B07B-7DD3814D3EAB}"/>
              </a:ext>
            </a:extLst>
          </p:cNvPr>
          <p:cNvSpPr>
            <a:spLocks xmlns:a="http://schemas.openxmlformats.org/drawingml/2006/main" noGrp="1"/>
          </p:cNvSpPr>
          <p:nvPr/>
        </p:nvSpPr>
        <p:spPr>
          <a:xfrm xmlns:a="http://schemas.openxmlformats.org/drawingml/2006/main">
            <a:off x="6648450" y="5705475"/>
            <a:ext cx="45815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bcrypt stores hashes; the original password is not stored in MySQL.</a:t>
            </a:r>
          </a:p>
        </p:txBody>
      </p:sp>
    </p:spTree>
    <p:extLst>
      <p:ext uri="{BB962C8B-B14F-4D97-AF65-F5344CB8AC3E}">
        <p14:creationId xmlns:p14="http://schemas.microsoft.com/office/powerpoint/2010/main" val="1990213395"/>
      </p:ext>
    </p:extLst>
  </p:cSld>
</p:sld>
</file>

<file path=ppt/slides/slide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46" name="top-rule-8">
            <a:extLst xmlns:a="http://schemas.openxmlformats.org/drawingml/2006/main">
              <a:ext uri="{FF2B5EF4-FFF2-40B4-BE49-F238E27FC236}">
                <a16:creationId xmlns:a16="http://schemas.microsoft.com/office/drawing/2014/main" id="{DDA089BB-C6EE-498E-8C78-23B8AB770E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8">
            <a:extLst xmlns:a="http://schemas.openxmlformats.org/drawingml/2006/main">
              <a:ext uri="{FF2B5EF4-FFF2-40B4-BE49-F238E27FC236}">
                <a16:creationId xmlns:a16="http://schemas.microsoft.com/office/drawing/2014/main" id="{D7ABE29F-1BDC-4771-895C-057C61E17CC5}"/>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07  /  RULES AND OPERATIONS</a:t>
            </a:r>
          </a:p>
        </p:txBody>
      </p:sp>
      <p:sp>
        <p:nvSpPr>
          <p:cNvPr id="3" name="title-8">
            <a:extLst xmlns:a="http://schemas.openxmlformats.org/drawingml/2006/main">
              <a:ext uri="{FF2B5EF4-FFF2-40B4-BE49-F238E27FC236}">
                <a16:creationId xmlns:a16="http://schemas.microsoft.com/office/drawing/2014/main" id="{E02B76E2-74CE-43C8-AC0D-18B1209B69E2}"/>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Business logic and workflow implementation</a:t>
            </a:r>
          </a:p>
        </p:txBody>
      </p:sp>
      <p:sp>
        <p:nvSpPr>
          <p:cNvPr id="4" name="subtitle-8">
            <a:extLst xmlns:a="http://schemas.openxmlformats.org/drawingml/2006/main">
              <a:ext uri="{FF2B5EF4-FFF2-40B4-BE49-F238E27FC236}">
                <a16:creationId xmlns:a16="http://schemas.microsoft.com/office/drawing/2014/main" id="{1E4BA8C6-3D27-4B99-98DC-E7FC69D550A2}"/>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Stored procedures and triggers enforce rules at the database boundary.</a:t>
            </a:r>
          </a:p>
        </p:txBody>
      </p:sp>
      <p:sp>
        <p:nvSpPr>
          <p:cNvPr id="5" name="header-rule-8">
            <a:extLst xmlns:a="http://schemas.openxmlformats.org/drawingml/2006/main">
              <a:ext uri="{FF2B5EF4-FFF2-40B4-BE49-F238E27FC236}">
                <a16:creationId xmlns:a16="http://schemas.microsoft.com/office/drawing/2014/main" id="{65481175-42CA-4BCA-AC23-0841E070F952}"/>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8">
            <a:extLst xmlns:a="http://schemas.openxmlformats.org/drawingml/2006/main">
              <a:ext uri="{FF2B5EF4-FFF2-40B4-BE49-F238E27FC236}">
                <a16:creationId xmlns:a16="http://schemas.microsoft.com/office/drawing/2014/main" id="{3D96A22C-D402-4A8E-BB37-BB879B9F0577}"/>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8">
            <a:extLst xmlns:a="http://schemas.openxmlformats.org/drawingml/2006/main">
              <a:ext uri="{FF2B5EF4-FFF2-40B4-BE49-F238E27FC236}">
                <a16:creationId xmlns:a16="http://schemas.microsoft.com/office/drawing/2014/main" id="{E365104B-E051-48C1-96B1-DD7CF1933327}"/>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08</a:t>
            </a:r>
          </a:p>
        </p:txBody>
      </p:sp>
      <p:sp>
        <p:nvSpPr>
          <p:cNvPr id="8" name="logic-room-head">
            <a:extLst xmlns:a="http://schemas.openxmlformats.org/drawingml/2006/main">
              <a:ext uri="{FF2B5EF4-FFF2-40B4-BE49-F238E27FC236}">
                <a16:creationId xmlns:a16="http://schemas.microsoft.com/office/drawing/2014/main" id="{48BDEF7F-519C-4243-82FB-5E74272AA5D3}"/>
              </a:ext>
            </a:extLst>
          </p:cNvPr>
          <p:cNvSpPr>
            <a:spLocks xmlns:a="http://schemas.openxmlformats.org/drawingml/2006/main" noGrp="1"/>
          </p:cNvSpPr>
          <p:nvPr/>
        </p:nvSpPr>
        <p:spPr>
          <a:xfrm xmlns:a="http://schemas.openxmlformats.org/drawingml/2006/main">
            <a:off x="800100" y="18192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ROOM ALLOCATION</a:t>
            </a:r>
          </a:p>
        </p:txBody>
      </p:sp>
      <p:sp>
        <p:nvSpPr>
          <p:cNvPr id="9" name="logic-room-num-0">
            <a:extLst xmlns:a="http://schemas.openxmlformats.org/drawingml/2006/main">
              <a:ext uri="{FF2B5EF4-FFF2-40B4-BE49-F238E27FC236}">
                <a16:creationId xmlns:a16="http://schemas.microsoft.com/office/drawing/2014/main" id="{E9D30C0C-E865-4F32-B192-69C0DC4AC18F}"/>
              </a:ext>
            </a:extLst>
          </p:cNvPr>
          <p:cNvSpPr>
            <a:spLocks xmlns:a="http://schemas.openxmlformats.org/drawingml/2006/main" noGrp="1"/>
          </p:cNvSpPr>
          <p:nvPr/>
        </p:nvSpPr>
        <p:spPr>
          <a:xfrm xmlns:a="http://schemas.openxmlformats.org/drawingml/2006/main">
            <a:off x="819150" y="2286000"/>
            <a:ext cx="361950" cy="361950"/>
          </a:xfrm>
          <a:prstGeom xmlns:a="http://schemas.openxmlformats.org/drawingml/2006/main" prst="ellipse">
            <a:avLst/>
          </a:prstGeom>
          <a:solidFill xmlns:a="http://schemas.openxmlformats.org/drawingml/2006/main">
            <a:srgbClr val="164A3A"/>
          </a:solidFill>
          <a:ln xmlns:a="http://schemas.openxmlformats.org/drawingml/2006/main" w="0">
            <a:noFill/>
            <a:prstDash val="solid"/>
          </a:ln>
        </p:spPr>
      </p:sp>
      <p:sp>
        <p:nvSpPr>
          <p:cNvPr id="10" name="logic-room-num-t-0">
            <a:extLst xmlns:a="http://schemas.openxmlformats.org/drawingml/2006/main">
              <a:ext uri="{FF2B5EF4-FFF2-40B4-BE49-F238E27FC236}">
                <a16:creationId xmlns:a16="http://schemas.microsoft.com/office/drawing/2014/main" id="{EB3F800F-C9CD-4D2E-92D3-648F5D9DC484}"/>
              </a:ext>
            </a:extLst>
          </p:cNvPr>
          <p:cNvSpPr>
            <a:spLocks xmlns:a="http://schemas.openxmlformats.org/drawingml/2006/main" noGrp="1"/>
          </p:cNvSpPr>
          <p:nvPr/>
        </p:nvSpPr>
        <p:spPr>
          <a:xfrm xmlns:a="http://schemas.openxmlformats.org/drawingml/2006/main">
            <a:off x="819150" y="22860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rial"/>
                <a:ea typeface="Arial"/>
                <a:cs typeface="Arial"/>
              </a:defRPr>
            </a:defPPr>
            <a:lvl1pPr algn="ctr">
              <a:defRPr sz="1275" b="1">
                <a:solidFill>
                  <a:srgbClr val="FFFFFF"/>
                </a:solidFill>
                <a:latin typeface="Arial"/>
                <a:ea typeface="Arial"/>
                <a:cs typeface="Arial"/>
              </a:defRPr>
            </a:lvl1pPr>
            <a:lvl2pPr algn="ctr">
              <a:defRPr sz="1275" b="1">
                <a:solidFill>
                  <a:srgbClr val="FFFFFF"/>
                </a:solidFill>
                <a:latin typeface="Arial"/>
                <a:ea typeface="Arial"/>
                <a:cs typeface="Arial"/>
              </a:defRPr>
            </a:lvl2pPr>
            <a:lvl3pPr algn="ctr">
              <a:defRPr sz="1275" b="1">
                <a:solidFill>
                  <a:srgbClr val="FFFFFF"/>
                </a:solidFill>
                <a:latin typeface="Arial"/>
                <a:ea typeface="Arial"/>
                <a:cs typeface="Arial"/>
              </a:defRPr>
            </a:lvl3pPr>
            <a:lvl4pPr algn="ctr">
              <a:defRPr sz="1275" b="1">
                <a:solidFill>
                  <a:srgbClr val="FFFFFF"/>
                </a:solidFill>
                <a:latin typeface="Arial"/>
                <a:ea typeface="Arial"/>
                <a:cs typeface="Arial"/>
              </a:defRPr>
            </a:lvl4pPr>
            <a:lvl5pPr algn="ctr">
              <a:defRPr sz="1275" b="1">
                <a:solidFill>
                  <a:srgbClr val="FFFFFF"/>
                </a:solidFill>
                <a:latin typeface="Arial"/>
                <a:ea typeface="Arial"/>
                <a:cs typeface="Arial"/>
              </a:defRPr>
            </a:lvl5pPr>
            <a:lvl6pPr algn="ctr">
              <a:defRPr sz="1275" b="1">
                <a:solidFill>
                  <a:srgbClr val="FFFFFF"/>
                </a:solidFill>
                <a:latin typeface="Arial"/>
                <a:ea typeface="Arial"/>
                <a:cs typeface="Arial"/>
              </a:defRPr>
            </a:lvl6pPr>
            <a:lvl7pPr algn="ctr">
              <a:defRPr sz="1275" b="1">
                <a:solidFill>
                  <a:srgbClr val="FFFFFF"/>
                </a:solidFill>
                <a:latin typeface="Arial"/>
                <a:ea typeface="Arial"/>
                <a:cs typeface="Arial"/>
              </a:defRPr>
            </a:lvl7pPr>
            <a:lvl8pPr algn="ctr">
              <a:defRPr sz="1275" b="1">
                <a:solidFill>
                  <a:srgbClr val="FFFFFF"/>
                </a:solidFill>
                <a:latin typeface="Arial"/>
                <a:ea typeface="Arial"/>
                <a:cs typeface="Arial"/>
              </a:defRPr>
            </a:lvl8pPr>
            <a:lvl9pPr algn="ctr">
              <a:defRPr sz="1275" b="1">
                <a:solidFill>
                  <a:srgbClr val="FFFFFF"/>
                </a:solidFill>
                <a:latin typeface="Arial"/>
                <a:ea typeface="Arial"/>
                <a:cs typeface="Arial"/>
              </a:defRPr>
            </a:lvl9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1" name="logic-room-t-0">
            <a:extLst xmlns:a="http://schemas.openxmlformats.org/drawingml/2006/main">
              <a:ext uri="{FF2B5EF4-FFF2-40B4-BE49-F238E27FC236}">
                <a16:creationId xmlns:a16="http://schemas.microsoft.com/office/drawing/2014/main" id="{CE695BC0-D12A-4480-9BBF-2C43FF96A7D9}"/>
              </a:ext>
            </a:extLst>
          </p:cNvPr>
          <p:cNvSpPr>
            <a:spLocks xmlns:a="http://schemas.openxmlformats.org/drawingml/2006/main" noGrp="1"/>
          </p:cNvSpPr>
          <p:nvPr/>
        </p:nvSpPr>
        <p:spPr>
          <a:xfrm xmlns:a="http://schemas.openxmlformats.org/drawingml/2006/main">
            <a:off x="1381125" y="22860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Authorize admin or block warden</a:t>
            </a:r>
          </a:p>
        </p:txBody>
      </p:sp>
      <p:sp>
        <p:nvSpPr>
          <p:cNvPr id="12" name="logic-room-v-0">
            <a:extLst xmlns:a="http://schemas.openxmlformats.org/drawingml/2006/main">
              <a:ext uri="{FF2B5EF4-FFF2-40B4-BE49-F238E27FC236}">
                <a16:creationId xmlns:a16="http://schemas.microsoft.com/office/drawing/2014/main" id="{F61644AA-4B03-4819-8FAA-C64DA3D40A7B}"/>
              </a:ext>
            </a:extLst>
          </p:cNvPr>
          <p:cNvSpPr>
            <a:spLocks xmlns:a="http://schemas.openxmlformats.org/drawingml/2006/main" noGrp="1"/>
          </p:cNvSpPr>
          <p:nvPr/>
        </p:nvSpPr>
        <p:spPr>
          <a:xfrm xmlns:a="http://schemas.openxmlformats.org/drawingml/2006/main">
            <a:off x="990600" y="2647950"/>
            <a:ext cx="19050" cy="2095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3" name="logic-room-num-1">
            <a:extLst xmlns:a="http://schemas.openxmlformats.org/drawingml/2006/main">
              <a:ext uri="{FF2B5EF4-FFF2-40B4-BE49-F238E27FC236}">
                <a16:creationId xmlns:a16="http://schemas.microsoft.com/office/drawing/2014/main" id="{C39E060D-3CD7-4829-B836-3812D07823AC}"/>
              </a:ext>
            </a:extLst>
          </p:cNvPr>
          <p:cNvSpPr>
            <a:spLocks xmlns:a="http://schemas.openxmlformats.org/drawingml/2006/main" noGrp="1"/>
          </p:cNvSpPr>
          <p:nvPr/>
        </p:nvSpPr>
        <p:spPr>
          <a:xfrm xmlns:a="http://schemas.openxmlformats.org/drawingml/2006/main">
            <a:off x="819150" y="2895600"/>
            <a:ext cx="361950" cy="361950"/>
          </a:xfrm>
          <a:prstGeom xmlns:a="http://schemas.openxmlformats.org/drawingml/2006/main" prst="ellipse">
            <a:avLst/>
          </a:prstGeom>
          <a:solidFill xmlns:a="http://schemas.openxmlformats.org/drawingml/2006/main">
            <a:srgbClr val="164A3A"/>
          </a:solidFill>
          <a:ln xmlns:a="http://schemas.openxmlformats.org/drawingml/2006/main" w="0">
            <a:noFill/>
            <a:prstDash val="solid"/>
          </a:ln>
        </p:spPr>
      </p:sp>
      <p:sp>
        <p:nvSpPr>
          <p:cNvPr id="14" name="logic-room-num-t-1">
            <a:extLst xmlns:a="http://schemas.openxmlformats.org/drawingml/2006/main">
              <a:ext uri="{FF2B5EF4-FFF2-40B4-BE49-F238E27FC236}">
                <a16:creationId xmlns:a16="http://schemas.microsoft.com/office/drawing/2014/main" id="{30CE8CA6-81C0-4F46-B26C-F1939EF18719}"/>
              </a:ext>
            </a:extLst>
          </p:cNvPr>
          <p:cNvSpPr>
            <a:spLocks xmlns:a="http://schemas.openxmlformats.org/drawingml/2006/main" noGrp="1"/>
          </p:cNvSpPr>
          <p:nvPr/>
        </p:nvSpPr>
        <p:spPr>
          <a:xfrm xmlns:a="http://schemas.openxmlformats.org/drawingml/2006/main">
            <a:off x="819150" y="28956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rial"/>
                <a:ea typeface="Arial"/>
                <a:cs typeface="Arial"/>
              </a:defRPr>
            </a:defPPr>
            <a:lvl1pPr algn="ctr">
              <a:defRPr sz="1275" b="1">
                <a:solidFill>
                  <a:srgbClr val="FFFFFF"/>
                </a:solidFill>
                <a:latin typeface="Arial"/>
                <a:ea typeface="Arial"/>
                <a:cs typeface="Arial"/>
              </a:defRPr>
            </a:lvl1pPr>
            <a:lvl2pPr algn="ctr">
              <a:defRPr sz="1275" b="1">
                <a:solidFill>
                  <a:srgbClr val="FFFFFF"/>
                </a:solidFill>
                <a:latin typeface="Arial"/>
                <a:ea typeface="Arial"/>
                <a:cs typeface="Arial"/>
              </a:defRPr>
            </a:lvl2pPr>
            <a:lvl3pPr algn="ctr">
              <a:defRPr sz="1275" b="1">
                <a:solidFill>
                  <a:srgbClr val="FFFFFF"/>
                </a:solidFill>
                <a:latin typeface="Arial"/>
                <a:ea typeface="Arial"/>
                <a:cs typeface="Arial"/>
              </a:defRPr>
            </a:lvl3pPr>
            <a:lvl4pPr algn="ctr">
              <a:defRPr sz="1275" b="1">
                <a:solidFill>
                  <a:srgbClr val="FFFFFF"/>
                </a:solidFill>
                <a:latin typeface="Arial"/>
                <a:ea typeface="Arial"/>
                <a:cs typeface="Arial"/>
              </a:defRPr>
            </a:lvl4pPr>
            <a:lvl5pPr algn="ctr">
              <a:defRPr sz="1275" b="1">
                <a:solidFill>
                  <a:srgbClr val="FFFFFF"/>
                </a:solidFill>
                <a:latin typeface="Arial"/>
                <a:ea typeface="Arial"/>
                <a:cs typeface="Arial"/>
              </a:defRPr>
            </a:lvl5pPr>
            <a:lvl6pPr algn="ctr">
              <a:defRPr sz="1275" b="1">
                <a:solidFill>
                  <a:srgbClr val="FFFFFF"/>
                </a:solidFill>
                <a:latin typeface="Arial"/>
                <a:ea typeface="Arial"/>
                <a:cs typeface="Arial"/>
              </a:defRPr>
            </a:lvl6pPr>
            <a:lvl7pPr algn="ctr">
              <a:defRPr sz="1275" b="1">
                <a:solidFill>
                  <a:srgbClr val="FFFFFF"/>
                </a:solidFill>
                <a:latin typeface="Arial"/>
                <a:ea typeface="Arial"/>
                <a:cs typeface="Arial"/>
              </a:defRPr>
            </a:lvl7pPr>
            <a:lvl8pPr algn="ctr">
              <a:defRPr sz="1275" b="1">
                <a:solidFill>
                  <a:srgbClr val="FFFFFF"/>
                </a:solidFill>
                <a:latin typeface="Arial"/>
                <a:ea typeface="Arial"/>
                <a:cs typeface="Arial"/>
              </a:defRPr>
            </a:lvl8pPr>
            <a:lvl9pPr algn="ctr">
              <a:defRPr sz="1275" b="1">
                <a:solidFill>
                  <a:srgbClr val="FFFFFF"/>
                </a:solidFill>
                <a:latin typeface="Arial"/>
                <a:ea typeface="Arial"/>
                <a:cs typeface="Arial"/>
              </a:defRPr>
            </a:lvl9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5" name="logic-room-t-1">
            <a:extLst xmlns:a="http://schemas.openxmlformats.org/drawingml/2006/main">
              <a:ext uri="{FF2B5EF4-FFF2-40B4-BE49-F238E27FC236}">
                <a16:creationId xmlns:a16="http://schemas.microsoft.com/office/drawing/2014/main" id="{08F5778B-92A5-4CD9-86AE-09878F83DDC0}"/>
              </a:ext>
            </a:extLst>
          </p:cNvPr>
          <p:cNvSpPr>
            <a:spLocks xmlns:a="http://schemas.openxmlformats.org/drawingml/2006/main" noGrp="1"/>
          </p:cNvSpPr>
          <p:nvPr/>
        </p:nvSpPr>
        <p:spPr>
          <a:xfrm xmlns:a="http://schemas.openxmlformats.org/drawingml/2006/main">
            <a:off x="1381125" y="28956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Lock student and room rows</a:t>
            </a:r>
          </a:p>
        </p:txBody>
      </p:sp>
      <p:sp>
        <p:nvSpPr>
          <p:cNvPr id="16" name="logic-room-v-1">
            <a:extLst xmlns:a="http://schemas.openxmlformats.org/drawingml/2006/main">
              <a:ext uri="{FF2B5EF4-FFF2-40B4-BE49-F238E27FC236}">
                <a16:creationId xmlns:a16="http://schemas.microsoft.com/office/drawing/2014/main" id="{1FDEC45A-3E85-4E5A-ABFA-B345E4DD8668}"/>
              </a:ext>
            </a:extLst>
          </p:cNvPr>
          <p:cNvSpPr>
            <a:spLocks xmlns:a="http://schemas.openxmlformats.org/drawingml/2006/main" noGrp="1"/>
          </p:cNvSpPr>
          <p:nvPr/>
        </p:nvSpPr>
        <p:spPr>
          <a:xfrm xmlns:a="http://schemas.openxmlformats.org/drawingml/2006/main">
            <a:off x="990600" y="3257550"/>
            <a:ext cx="19050" cy="2095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7" name="logic-room-num-2">
            <a:extLst xmlns:a="http://schemas.openxmlformats.org/drawingml/2006/main">
              <a:ext uri="{FF2B5EF4-FFF2-40B4-BE49-F238E27FC236}">
                <a16:creationId xmlns:a16="http://schemas.microsoft.com/office/drawing/2014/main" id="{184B2379-6D4A-4D8D-86BA-80CEC3CDA6B3}"/>
              </a:ext>
            </a:extLst>
          </p:cNvPr>
          <p:cNvSpPr>
            <a:spLocks xmlns:a="http://schemas.openxmlformats.org/drawingml/2006/main" noGrp="1"/>
          </p:cNvSpPr>
          <p:nvPr/>
        </p:nvSpPr>
        <p:spPr>
          <a:xfrm xmlns:a="http://schemas.openxmlformats.org/drawingml/2006/main">
            <a:off x="819150" y="3505200"/>
            <a:ext cx="361950" cy="361950"/>
          </a:xfrm>
          <a:prstGeom xmlns:a="http://schemas.openxmlformats.org/drawingml/2006/main" prst="ellipse">
            <a:avLst/>
          </a:prstGeom>
          <a:solidFill xmlns:a="http://schemas.openxmlformats.org/drawingml/2006/main">
            <a:srgbClr val="164A3A"/>
          </a:solidFill>
          <a:ln xmlns:a="http://schemas.openxmlformats.org/drawingml/2006/main" w="0">
            <a:noFill/>
            <a:prstDash val="solid"/>
          </a:ln>
        </p:spPr>
      </p:sp>
      <p:sp>
        <p:nvSpPr>
          <p:cNvPr id="18" name="logic-room-num-t-2">
            <a:extLst xmlns:a="http://schemas.openxmlformats.org/drawingml/2006/main">
              <a:ext uri="{FF2B5EF4-FFF2-40B4-BE49-F238E27FC236}">
                <a16:creationId xmlns:a16="http://schemas.microsoft.com/office/drawing/2014/main" id="{1C6B4E80-95E5-4729-92BE-720C139CE809}"/>
              </a:ext>
            </a:extLst>
          </p:cNvPr>
          <p:cNvSpPr>
            <a:spLocks xmlns:a="http://schemas.openxmlformats.org/drawingml/2006/main" noGrp="1"/>
          </p:cNvSpPr>
          <p:nvPr/>
        </p:nvSpPr>
        <p:spPr>
          <a:xfrm xmlns:a="http://schemas.openxmlformats.org/drawingml/2006/main">
            <a:off x="819150" y="35052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rial"/>
                <a:ea typeface="Arial"/>
                <a:cs typeface="Arial"/>
              </a:defRPr>
            </a:defPPr>
            <a:lvl1pPr algn="ctr">
              <a:defRPr sz="1275" b="1">
                <a:solidFill>
                  <a:srgbClr val="FFFFFF"/>
                </a:solidFill>
                <a:latin typeface="Arial"/>
                <a:ea typeface="Arial"/>
                <a:cs typeface="Arial"/>
              </a:defRPr>
            </a:lvl1pPr>
            <a:lvl2pPr algn="ctr">
              <a:defRPr sz="1275" b="1">
                <a:solidFill>
                  <a:srgbClr val="FFFFFF"/>
                </a:solidFill>
                <a:latin typeface="Arial"/>
                <a:ea typeface="Arial"/>
                <a:cs typeface="Arial"/>
              </a:defRPr>
            </a:lvl2pPr>
            <a:lvl3pPr algn="ctr">
              <a:defRPr sz="1275" b="1">
                <a:solidFill>
                  <a:srgbClr val="FFFFFF"/>
                </a:solidFill>
                <a:latin typeface="Arial"/>
                <a:ea typeface="Arial"/>
                <a:cs typeface="Arial"/>
              </a:defRPr>
            </a:lvl3pPr>
            <a:lvl4pPr algn="ctr">
              <a:defRPr sz="1275" b="1">
                <a:solidFill>
                  <a:srgbClr val="FFFFFF"/>
                </a:solidFill>
                <a:latin typeface="Arial"/>
                <a:ea typeface="Arial"/>
                <a:cs typeface="Arial"/>
              </a:defRPr>
            </a:lvl4pPr>
            <a:lvl5pPr algn="ctr">
              <a:defRPr sz="1275" b="1">
                <a:solidFill>
                  <a:srgbClr val="FFFFFF"/>
                </a:solidFill>
                <a:latin typeface="Arial"/>
                <a:ea typeface="Arial"/>
                <a:cs typeface="Arial"/>
              </a:defRPr>
            </a:lvl5pPr>
            <a:lvl6pPr algn="ctr">
              <a:defRPr sz="1275" b="1">
                <a:solidFill>
                  <a:srgbClr val="FFFFFF"/>
                </a:solidFill>
                <a:latin typeface="Arial"/>
                <a:ea typeface="Arial"/>
                <a:cs typeface="Arial"/>
              </a:defRPr>
            </a:lvl6pPr>
            <a:lvl7pPr algn="ctr">
              <a:defRPr sz="1275" b="1">
                <a:solidFill>
                  <a:srgbClr val="FFFFFF"/>
                </a:solidFill>
                <a:latin typeface="Arial"/>
                <a:ea typeface="Arial"/>
                <a:cs typeface="Arial"/>
              </a:defRPr>
            </a:lvl7pPr>
            <a:lvl8pPr algn="ctr">
              <a:defRPr sz="1275" b="1">
                <a:solidFill>
                  <a:srgbClr val="FFFFFF"/>
                </a:solidFill>
                <a:latin typeface="Arial"/>
                <a:ea typeface="Arial"/>
                <a:cs typeface="Arial"/>
              </a:defRPr>
            </a:lvl8pPr>
            <a:lvl9pPr algn="ctr">
              <a:defRPr sz="1275" b="1">
                <a:solidFill>
                  <a:srgbClr val="FFFFFF"/>
                </a:solidFill>
                <a:latin typeface="Arial"/>
                <a:ea typeface="Arial"/>
                <a:cs typeface="Arial"/>
              </a:defRPr>
            </a:lvl9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9" name="logic-room-t-2">
            <a:extLst xmlns:a="http://schemas.openxmlformats.org/drawingml/2006/main">
              <a:ext uri="{FF2B5EF4-FFF2-40B4-BE49-F238E27FC236}">
                <a16:creationId xmlns:a16="http://schemas.microsoft.com/office/drawing/2014/main" id="{B7D7B2D0-D0EF-4A44-97A5-3EBD14BADD6B}"/>
              </a:ext>
            </a:extLst>
          </p:cNvPr>
          <p:cNvSpPr>
            <a:spLocks xmlns:a="http://schemas.openxmlformats.org/drawingml/2006/main" noGrp="1"/>
          </p:cNvSpPr>
          <p:nvPr/>
        </p:nvSpPr>
        <p:spPr>
          <a:xfrm xmlns:a="http://schemas.openxmlformats.org/drawingml/2006/main">
            <a:off x="1381125" y="35052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Check gender, room status, and capacity</a:t>
            </a:r>
          </a:p>
        </p:txBody>
      </p:sp>
      <p:sp>
        <p:nvSpPr>
          <p:cNvPr id="20" name="logic-room-v-2">
            <a:extLst xmlns:a="http://schemas.openxmlformats.org/drawingml/2006/main">
              <a:ext uri="{FF2B5EF4-FFF2-40B4-BE49-F238E27FC236}">
                <a16:creationId xmlns:a16="http://schemas.microsoft.com/office/drawing/2014/main" id="{61DBD45C-F72B-492D-842A-5359865E4EFF}"/>
              </a:ext>
            </a:extLst>
          </p:cNvPr>
          <p:cNvSpPr>
            <a:spLocks xmlns:a="http://schemas.openxmlformats.org/drawingml/2006/main" noGrp="1"/>
          </p:cNvSpPr>
          <p:nvPr/>
        </p:nvSpPr>
        <p:spPr>
          <a:xfrm xmlns:a="http://schemas.openxmlformats.org/drawingml/2006/main">
            <a:off x="990600" y="3867150"/>
            <a:ext cx="19050" cy="2095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1" name="logic-room-num-3">
            <a:extLst xmlns:a="http://schemas.openxmlformats.org/drawingml/2006/main">
              <a:ext uri="{FF2B5EF4-FFF2-40B4-BE49-F238E27FC236}">
                <a16:creationId xmlns:a16="http://schemas.microsoft.com/office/drawing/2014/main" id="{4D8D87E8-522A-45D8-9506-AC9CB834145F}"/>
              </a:ext>
            </a:extLst>
          </p:cNvPr>
          <p:cNvSpPr>
            <a:spLocks xmlns:a="http://schemas.openxmlformats.org/drawingml/2006/main" noGrp="1"/>
          </p:cNvSpPr>
          <p:nvPr/>
        </p:nvSpPr>
        <p:spPr>
          <a:xfrm xmlns:a="http://schemas.openxmlformats.org/drawingml/2006/main">
            <a:off x="819150" y="4114800"/>
            <a:ext cx="361950" cy="361950"/>
          </a:xfrm>
          <a:prstGeom xmlns:a="http://schemas.openxmlformats.org/drawingml/2006/main" prst="ellipse">
            <a:avLst/>
          </a:prstGeom>
          <a:solidFill xmlns:a="http://schemas.openxmlformats.org/drawingml/2006/main">
            <a:srgbClr val="164A3A"/>
          </a:solidFill>
          <a:ln xmlns:a="http://schemas.openxmlformats.org/drawingml/2006/main" w="0">
            <a:noFill/>
            <a:prstDash val="solid"/>
          </a:ln>
        </p:spPr>
      </p:sp>
      <p:sp>
        <p:nvSpPr>
          <p:cNvPr id="22" name="logic-room-num-t-3">
            <a:extLst xmlns:a="http://schemas.openxmlformats.org/drawingml/2006/main">
              <a:ext uri="{FF2B5EF4-FFF2-40B4-BE49-F238E27FC236}">
                <a16:creationId xmlns:a16="http://schemas.microsoft.com/office/drawing/2014/main" id="{5E0C818C-410F-4592-A0D5-017575D4C824}"/>
              </a:ext>
            </a:extLst>
          </p:cNvPr>
          <p:cNvSpPr>
            <a:spLocks xmlns:a="http://schemas.openxmlformats.org/drawingml/2006/main" noGrp="1"/>
          </p:cNvSpPr>
          <p:nvPr/>
        </p:nvSpPr>
        <p:spPr>
          <a:xfrm xmlns:a="http://schemas.openxmlformats.org/drawingml/2006/main">
            <a:off x="819150" y="41148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rial"/>
                <a:ea typeface="Arial"/>
                <a:cs typeface="Arial"/>
              </a:defRPr>
            </a:defPPr>
            <a:lvl1pPr algn="ctr">
              <a:defRPr sz="1275" b="1">
                <a:solidFill>
                  <a:srgbClr val="FFFFFF"/>
                </a:solidFill>
                <a:latin typeface="Arial"/>
                <a:ea typeface="Arial"/>
                <a:cs typeface="Arial"/>
              </a:defRPr>
            </a:lvl1pPr>
            <a:lvl2pPr algn="ctr">
              <a:defRPr sz="1275" b="1">
                <a:solidFill>
                  <a:srgbClr val="FFFFFF"/>
                </a:solidFill>
                <a:latin typeface="Arial"/>
                <a:ea typeface="Arial"/>
                <a:cs typeface="Arial"/>
              </a:defRPr>
            </a:lvl2pPr>
            <a:lvl3pPr algn="ctr">
              <a:defRPr sz="1275" b="1">
                <a:solidFill>
                  <a:srgbClr val="FFFFFF"/>
                </a:solidFill>
                <a:latin typeface="Arial"/>
                <a:ea typeface="Arial"/>
                <a:cs typeface="Arial"/>
              </a:defRPr>
            </a:lvl3pPr>
            <a:lvl4pPr algn="ctr">
              <a:defRPr sz="1275" b="1">
                <a:solidFill>
                  <a:srgbClr val="FFFFFF"/>
                </a:solidFill>
                <a:latin typeface="Arial"/>
                <a:ea typeface="Arial"/>
                <a:cs typeface="Arial"/>
              </a:defRPr>
            </a:lvl4pPr>
            <a:lvl5pPr algn="ctr">
              <a:defRPr sz="1275" b="1">
                <a:solidFill>
                  <a:srgbClr val="FFFFFF"/>
                </a:solidFill>
                <a:latin typeface="Arial"/>
                <a:ea typeface="Arial"/>
                <a:cs typeface="Arial"/>
              </a:defRPr>
            </a:lvl5pPr>
            <a:lvl6pPr algn="ctr">
              <a:defRPr sz="1275" b="1">
                <a:solidFill>
                  <a:srgbClr val="FFFFFF"/>
                </a:solidFill>
                <a:latin typeface="Arial"/>
                <a:ea typeface="Arial"/>
                <a:cs typeface="Arial"/>
              </a:defRPr>
            </a:lvl6pPr>
            <a:lvl7pPr algn="ctr">
              <a:defRPr sz="1275" b="1">
                <a:solidFill>
                  <a:srgbClr val="FFFFFF"/>
                </a:solidFill>
                <a:latin typeface="Arial"/>
                <a:ea typeface="Arial"/>
                <a:cs typeface="Arial"/>
              </a:defRPr>
            </a:lvl7pPr>
            <a:lvl8pPr algn="ctr">
              <a:defRPr sz="1275" b="1">
                <a:solidFill>
                  <a:srgbClr val="FFFFFF"/>
                </a:solidFill>
                <a:latin typeface="Arial"/>
                <a:ea typeface="Arial"/>
                <a:cs typeface="Arial"/>
              </a:defRPr>
            </a:lvl8pPr>
            <a:lvl9pPr algn="ctr">
              <a:defRPr sz="1275" b="1">
                <a:solidFill>
                  <a:srgbClr val="FFFFFF"/>
                </a:solidFill>
                <a:latin typeface="Arial"/>
                <a:ea typeface="Arial"/>
                <a:cs typeface="Arial"/>
              </a:defRPr>
            </a:lvl9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3" name="logic-room-t-3">
            <a:extLst xmlns:a="http://schemas.openxmlformats.org/drawingml/2006/main">
              <a:ext uri="{FF2B5EF4-FFF2-40B4-BE49-F238E27FC236}">
                <a16:creationId xmlns:a16="http://schemas.microsoft.com/office/drawing/2014/main" id="{5A69E072-FDE6-410C-8628-EBD63FDEBACA}"/>
              </a:ext>
            </a:extLst>
          </p:cNvPr>
          <p:cNvSpPr>
            <a:spLocks xmlns:a="http://schemas.openxmlformats.org/drawingml/2006/main" noGrp="1"/>
          </p:cNvSpPr>
          <p:nvPr/>
        </p:nvSpPr>
        <p:spPr>
          <a:xfrm xmlns:a="http://schemas.openxmlformats.org/drawingml/2006/main">
            <a:off x="1381125" y="41148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12A"/>
                </a:solidFill>
                <a:latin typeface="Arial"/>
                <a:ea typeface="Arial"/>
                <a:cs typeface="Arial"/>
              </a:defRPr>
            </a:defPPr>
            <a:lvl1pPr algn="l">
              <a:defRPr sz="1425" b="1">
                <a:solidFill>
                  <a:srgbClr val="18312A"/>
                </a:solidFill>
                <a:latin typeface="Arial"/>
                <a:ea typeface="Arial"/>
                <a:cs typeface="Arial"/>
              </a:defRPr>
            </a:lvl1pPr>
            <a:lvl2pPr algn="l">
              <a:defRPr sz="1425" b="1">
                <a:solidFill>
                  <a:srgbClr val="18312A"/>
                </a:solidFill>
                <a:latin typeface="Arial"/>
                <a:ea typeface="Arial"/>
                <a:cs typeface="Arial"/>
              </a:defRPr>
            </a:lvl2pPr>
            <a:lvl3pPr algn="l">
              <a:defRPr sz="1425" b="1">
                <a:solidFill>
                  <a:srgbClr val="18312A"/>
                </a:solidFill>
                <a:latin typeface="Arial"/>
                <a:ea typeface="Arial"/>
                <a:cs typeface="Arial"/>
              </a:defRPr>
            </a:lvl3pPr>
            <a:lvl4pPr algn="l">
              <a:defRPr sz="1425" b="1">
                <a:solidFill>
                  <a:srgbClr val="18312A"/>
                </a:solidFill>
                <a:latin typeface="Arial"/>
                <a:ea typeface="Arial"/>
                <a:cs typeface="Arial"/>
              </a:defRPr>
            </a:lvl4pPr>
            <a:lvl5pPr algn="l">
              <a:defRPr sz="1425" b="1">
                <a:solidFill>
                  <a:srgbClr val="18312A"/>
                </a:solidFill>
                <a:latin typeface="Arial"/>
                <a:ea typeface="Arial"/>
                <a:cs typeface="Arial"/>
              </a:defRPr>
            </a:lvl5pPr>
            <a:lvl6pPr algn="l">
              <a:defRPr sz="1425" b="1">
                <a:solidFill>
                  <a:srgbClr val="18312A"/>
                </a:solidFill>
                <a:latin typeface="Arial"/>
                <a:ea typeface="Arial"/>
                <a:cs typeface="Arial"/>
              </a:defRPr>
            </a:lvl6pPr>
            <a:lvl7pPr algn="l">
              <a:defRPr sz="1425" b="1">
                <a:solidFill>
                  <a:srgbClr val="18312A"/>
                </a:solidFill>
                <a:latin typeface="Arial"/>
                <a:ea typeface="Arial"/>
                <a:cs typeface="Arial"/>
              </a:defRPr>
            </a:lvl7pPr>
            <a:lvl8pPr algn="l">
              <a:defRPr sz="1425" b="1">
                <a:solidFill>
                  <a:srgbClr val="18312A"/>
                </a:solidFill>
                <a:latin typeface="Arial"/>
                <a:ea typeface="Arial"/>
                <a:cs typeface="Arial"/>
              </a:defRPr>
            </a:lvl8pPr>
            <a:lvl9pPr algn="l">
              <a:defRPr sz="1425" b="1">
                <a:solidFill>
                  <a:srgbClr val="18312A"/>
                </a:solidFill>
                <a:latin typeface="Arial"/>
                <a:ea typeface="Arial"/>
                <a:cs typeface="Arial"/>
              </a:defRPr>
            </a:lvl9pPr>
          </a:lstStyle>
          <a:p xmlns:a="http://schemas.openxmlformats.org/drawingml/2006/main">
            <a:pPr algn="l">
              <a:defRPr sz="1425" b="1">
                <a:solidFill>
                  <a:srgbClr val="18312A"/>
                </a:solidFill>
                <a:latin typeface="Arial"/>
                <a:ea typeface="Arial"/>
                <a:cs typeface="Arial"/>
              </a:defRPr>
            </a:pPr>
            <a:r>
              <a:rPr sz="1425" b="1">
                <a:solidFill>
                  <a:srgbClr val="18312A"/>
                </a:solidFill>
                <a:latin typeface="Arial"/>
                <a:ea typeface="Arial"/>
                <a:cs typeface="Arial"/>
              </a:rPr>
              <a:t>Prevent a second active allocation</a:t>
            </a:r>
          </a:p>
        </p:txBody>
      </p:sp>
      <p:sp>
        <p:nvSpPr>
          <p:cNvPr id="24" name="logic-divider">
            <a:extLst xmlns:a="http://schemas.openxmlformats.org/drawingml/2006/main">
              <a:ext uri="{FF2B5EF4-FFF2-40B4-BE49-F238E27FC236}">
                <a16:creationId xmlns:a16="http://schemas.microsoft.com/office/drawing/2014/main" id="{5F889ECF-7988-476B-9383-7452B5CF567F}"/>
              </a:ext>
            </a:extLst>
          </p:cNvPr>
          <p:cNvSpPr>
            <a:spLocks xmlns:a="http://schemas.openxmlformats.org/drawingml/2006/main" noGrp="1"/>
          </p:cNvSpPr>
          <p:nvPr/>
        </p:nvSpPr>
        <p:spPr>
          <a:xfrm xmlns:a="http://schemas.openxmlformats.org/drawingml/2006/main">
            <a:off x="5791200" y="1828800"/>
            <a:ext cx="19050" cy="354330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5" name="logic-complaint-head">
            <a:extLst xmlns:a="http://schemas.openxmlformats.org/drawingml/2006/main">
              <a:ext uri="{FF2B5EF4-FFF2-40B4-BE49-F238E27FC236}">
                <a16:creationId xmlns:a16="http://schemas.microsoft.com/office/drawing/2014/main" id="{0D5E4527-F7AB-4EB5-A93E-021CBBAA8137}"/>
              </a:ext>
            </a:extLst>
          </p:cNvPr>
          <p:cNvSpPr>
            <a:spLocks xmlns:a="http://schemas.openxmlformats.org/drawingml/2006/main" noGrp="1"/>
          </p:cNvSpPr>
          <p:nvPr/>
        </p:nvSpPr>
        <p:spPr>
          <a:xfrm xmlns:a="http://schemas.openxmlformats.org/drawingml/2006/main">
            <a:off x="6210300" y="181927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COMPLAINT WORKFLOW</a:t>
            </a:r>
          </a:p>
        </p:txBody>
      </p:sp>
      <p:sp>
        <p:nvSpPr>
          <p:cNvPr id="26" name="logic-stage-0">
            <a:extLst xmlns:a="http://schemas.openxmlformats.org/drawingml/2006/main">
              <a:ext uri="{FF2B5EF4-FFF2-40B4-BE49-F238E27FC236}">
                <a16:creationId xmlns:a16="http://schemas.microsoft.com/office/drawing/2014/main" id="{30270128-1839-4527-90DD-0B7E27647BBA}"/>
              </a:ext>
            </a:extLst>
          </p:cNvPr>
          <p:cNvSpPr>
            <a:spLocks xmlns:a="http://schemas.openxmlformats.org/drawingml/2006/main" noGrp="1"/>
          </p:cNvSpPr>
          <p:nvPr/>
        </p:nvSpPr>
        <p:spPr>
          <a:xfrm xmlns:a="http://schemas.openxmlformats.org/drawingml/2006/main">
            <a:off x="6210300" y="2362200"/>
            <a:ext cx="971550" cy="495300"/>
          </a:xfrm>
          <a:prstGeom xmlns:a="http://schemas.openxmlformats.org/drawingml/2006/main" prst="roundRect">
            <a:avLst>
              <a:gd name="adj" fmla="val 15385"/>
            </a:avLst>
          </a:prstGeom>
          <a:solidFill xmlns:a="http://schemas.openxmlformats.org/drawingml/2006/main">
            <a:srgbClr val="164A3A"/>
          </a:solidFill>
          <a:ln xmlns:a="http://schemas.openxmlformats.org/drawingml/2006/main" w="9525">
            <a:solidFill>
              <a:srgbClr val="164A3A"/>
            </a:solidFill>
            <a:prstDash val="solid"/>
          </a:ln>
        </p:spPr>
      </p:sp>
      <p:sp>
        <p:nvSpPr>
          <p:cNvPr id="27" name="logic-stage-t-0">
            <a:extLst xmlns:a="http://schemas.openxmlformats.org/drawingml/2006/main">
              <a:ext uri="{FF2B5EF4-FFF2-40B4-BE49-F238E27FC236}">
                <a16:creationId xmlns:a16="http://schemas.microsoft.com/office/drawing/2014/main" id="{C4ACBD7C-25AE-4CBD-9C37-0F6735CA09C1}"/>
              </a:ext>
            </a:extLst>
          </p:cNvPr>
          <p:cNvSpPr>
            <a:spLocks xmlns:a="http://schemas.openxmlformats.org/drawingml/2006/main" noGrp="1"/>
          </p:cNvSpPr>
          <p:nvPr/>
        </p:nvSpPr>
        <p:spPr>
          <a:xfrm xmlns:a="http://schemas.openxmlformats.org/drawingml/2006/main">
            <a:off x="6248400" y="2400300"/>
            <a:ext cx="89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OPEN</a:t>
            </a:r>
          </a:p>
        </p:txBody>
      </p:sp>
      <p:sp>
        <p:nvSpPr>
          <p:cNvPr id="28" name="logic-arrow-0">
            <a:extLst xmlns:a="http://schemas.openxmlformats.org/drawingml/2006/main">
              <a:ext uri="{FF2B5EF4-FFF2-40B4-BE49-F238E27FC236}">
                <a16:creationId xmlns:a16="http://schemas.microsoft.com/office/drawing/2014/main" id="{809AD49E-37F3-4293-B86E-0F29669A766A}"/>
              </a:ext>
            </a:extLst>
          </p:cNvPr>
          <p:cNvSpPr>
            <a:spLocks xmlns:a="http://schemas.openxmlformats.org/drawingml/2006/main" noGrp="1"/>
          </p:cNvSpPr>
          <p:nvPr/>
        </p:nvSpPr>
        <p:spPr>
          <a:xfrm xmlns:a="http://schemas.openxmlformats.org/drawingml/2006/main">
            <a:off x="7229475" y="2524125"/>
            <a:ext cx="190500" cy="171450"/>
          </a:xfrm>
          <a:prstGeom xmlns:a="http://schemas.openxmlformats.org/drawingml/2006/main" prst="rightArrow">
            <a:avLst/>
          </a:prstGeom>
          <a:solidFill xmlns:a="http://schemas.openxmlformats.org/drawingml/2006/main">
            <a:srgbClr val="D89B55"/>
          </a:solidFill>
          <a:ln xmlns:a="http://schemas.openxmlformats.org/drawingml/2006/main" w="0">
            <a:noFill/>
            <a:prstDash val="solid"/>
          </a:ln>
        </p:spPr>
      </p:sp>
      <p:sp>
        <p:nvSpPr>
          <p:cNvPr id="29" name="logic-stage-1">
            <a:extLst xmlns:a="http://schemas.openxmlformats.org/drawingml/2006/main">
              <a:ext uri="{FF2B5EF4-FFF2-40B4-BE49-F238E27FC236}">
                <a16:creationId xmlns:a16="http://schemas.microsoft.com/office/drawing/2014/main" id="{1D4C2DC6-623E-460E-98D0-B734FEA58FA4}"/>
              </a:ext>
            </a:extLst>
          </p:cNvPr>
          <p:cNvSpPr>
            <a:spLocks xmlns:a="http://schemas.openxmlformats.org/drawingml/2006/main" noGrp="1"/>
          </p:cNvSpPr>
          <p:nvPr/>
        </p:nvSpPr>
        <p:spPr>
          <a:xfrm xmlns:a="http://schemas.openxmlformats.org/drawingml/2006/main">
            <a:off x="7334250" y="2362200"/>
            <a:ext cx="971550" cy="495300"/>
          </a:xfrm>
          <a:prstGeom xmlns:a="http://schemas.openxmlformats.org/drawingml/2006/main" prst="roundRect">
            <a:avLst>
              <a:gd name="adj" fmla="val 15385"/>
            </a:avLst>
          </a:prstGeom>
          <a:solidFill xmlns:a="http://schemas.openxmlformats.org/drawingml/2006/main">
            <a:srgbClr val="E7EFEA"/>
          </a:solidFill>
          <a:ln xmlns:a="http://schemas.openxmlformats.org/drawingml/2006/main" w="9525">
            <a:solidFill>
              <a:srgbClr val="CBD8D1"/>
            </a:solidFill>
            <a:prstDash val="solid"/>
          </a:ln>
        </p:spPr>
      </p:sp>
      <p:sp>
        <p:nvSpPr>
          <p:cNvPr id="30" name="logic-stage-t-1">
            <a:extLst xmlns:a="http://schemas.openxmlformats.org/drawingml/2006/main">
              <a:ext uri="{FF2B5EF4-FFF2-40B4-BE49-F238E27FC236}">
                <a16:creationId xmlns:a16="http://schemas.microsoft.com/office/drawing/2014/main" id="{568D192C-7C64-49AB-B824-4B8A1B88523C}"/>
              </a:ext>
            </a:extLst>
          </p:cNvPr>
          <p:cNvSpPr>
            <a:spLocks xmlns:a="http://schemas.openxmlformats.org/drawingml/2006/main" noGrp="1"/>
          </p:cNvSpPr>
          <p:nvPr/>
        </p:nvSpPr>
        <p:spPr>
          <a:xfrm xmlns:a="http://schemas.openxmlformats.org/drawingml/2006/main">
            <a:off x="7372350" y="2400300"/>
            <a:ext cx="89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64A3A"/>
                </a:solidFill>
                <a:latin typeface="Arial"/>
                <a:ea typeface="Arial"/>
                <a:cs typeface="Arial"/>
              </a:defRPr>
            </a:defPPr>
            <a:lvl1pPr algn="ctr">
              <a:defRPr sz="1050" b="1">
                <a:solidFill>
                  <a:srgbClr val="164A3A"/>
                </a:solidFill>
                <a:latin typeface="Arial"/>
                <a:ea typeface="Arial"/>
                <a:cs typeface="Arial"/>
              </a:defRPr>
            </a:lvl1pPr>
            <a:lvl2pPr algn="ctr">
              <a:defRPr sz="1050" b="1">
                <a:solidFill>
                  <a:srgbClr val="164A3A"/>
                </a:solidFill>
                <a:latin typeface="Arial"/>
                <a:ea typeface="Arial"/>
                <a:cs typeface="Arial"/>
              </a:defRPr>
            </a:lvl2pPr>
            <a:lvl3pPr algn="ctr">
              <a:defRPr sz="1050" b="1">
                <a:solidFill>
                  <a:srgbClr val="164A3A"/>
                </a:solidFill>
                <a:latin typeface="Arial"/>
                <a:ea typeface="Arial"/>
                <a:cs typeface="Arial"/>
              </a:defRPr>
            </a:lvl3pPr>
            <a:lvl4pPr algn="ctr">
              <a:defRPr sz="1050" b="1">
                <a:solidFill>
                  <a:srgbClr val="164A3A"/>
                </a:solidFill>
                <a:latin typeface="Arial"/>
                <a:ea typeface="Arial"/>
                <a:cs typeface="Arial"/>
              </a:defRPr>
            </a:lvl4pPr>
            <a:lvl5pPr algn="ctr">
              <a:defRPr sz="1050" b="1">
                <a:solidFill>
                  <a:srgbClr val="164A3A"/>
                </a:solidFill>
                <a:latin typeface="Arial"/>
                <a:ea typeface="Arial"/>
                <a:cs typeface="Arial"/>
              </a:defRPr>
            </a:lvl5pPr>
            <a:lvl6pPr algn="ctr">
              <a:defRPr sz="1050" b="1">
                <a:solidFill>
                  <a:srgbClr val="164A3A"/>
                </a:solidFill>
                <a:latin typeface="Arial"/>
                <a:ea typeface="Arial"/>
                <a:cs typeface="Arial"/>
              </a:defRPr>
            </a:lvl6pPr>
            <a:lvl7pPr algn="ctr">
              <a:defRPr sz="1050" b="1">
                <a:solidFill>
                  <a:srgbClr val="164A3A"/>
                </a:solidFill>
                <a:latin typeface="Arial"/>
                <a:ea typeface="Arial"/>
                <a:cs typeface="Arial"/>
              </a:defRPr>
            </a:lvl7pPr>
            <a:lvl8pPr algn="ctr">
              <a:defRPr sz="1050" b="1">
                <a:solidFill>
                  <a:srgbClr val="164A3A"/>
                </a:solidFill>
                <a:latin typeface="Arial"/>
                <a:ea typeface="Arial"/>
                <a:cs typeface="Arial"/>
              </a:defRPr>
            </a:lvl8pPr>
            <a:lvl9pPr algn="ctr">
              <a:defRPr sz="1050" b="1">
                <a:solidFill>
                  <a:srgbClr val="164A3A"/>
                </a:solidFill>
                <a:latin typeface="Arial"/>
                <a:ea typeface="Arial"/>
                <a:cs typeface="Arial"/>
              </a:defRPr>
            </a:lvl9pPr>
          </a:lstStyle>
          <a:p xmlns:a="http://schemas.openxmlformats.org/drawingml/2006/main">
            <a:pPr algn="ctr">
              <a:defRPr sz="1050" b="1">
                <a:solidFill>
                  <a:srgbClr val="164A3A"/>
                </a:solidFill>
                <a:latin typeface="Arial"/>
                <a:ea typeface="Arial"/>
                <a:cs typeface="Arial"/>
              </a:defRPr>
            </a:pPr>
            <a:r>
              <a:rPr sz="1050" b="1">
                <a:solidFill>
                  <a:srgbClr val="164A3A"/>
                </a:solidFill>
                <a:latin typeface="Arial"/>
                <a:ea typeface="Arial"/>
                <a:cs typeface="Arial"/>
              </a:rPr>
              <a:t>ASSIGNED</a:t>
            </a:r>
          </a:p>
        </p:txBody>
      </p:sp>
      <p:sp>
        <p:nvSpPr>
          <p:cNvPr id="31" name="logic-arrow-1">
            <a:extLst xmlns:a="http://schemas.openxmlformats.org/drawingml/2006/main">
              <a:ext uri="{FF2B5EF4-FFF2-40B4-BE49-F238E27FC236}">
                <a16:creationId xmlns:a16="http://schemas.microsoft.com/office/drawing/2014/main" id="{7692417A-0D1D-4A45-94F0-E631110F179E}"/>
              </a:ext>
            </a:extLst>
          </p:cNvPr>
          <p:cNvSpPr>
            <a:spLocks xmlns:a="http://schemas.openxmlformats.org/drawingml/2006/main" noGrp="1"/>
          </p:cNvSpPr>
          <p:nvPr/>
        </p:nvSpPr>
        <p:spPr>
          <a:xfrm xmlns:a="http://schemas.openxmlformats.org/drawingml/2006/main">
            <a:off x="8353425" y="2524125"/>
            <a:ext cx="190500" cy="171450"/>
          </a:xfrm>
          <a:prstGeom xmlns:a="http://schemas.openxmlformats.org/drawingml/2006/main" prst="rightArrow">
            <a:avLst/>
          </a:prstGeom>
          <a:solidFill xmlns:a="http://schemas.openxmlformats.org/drawingml/2006/main">
            <a:srgbClr val="D89B55"/>
          </a:solidFill>
          <a:ln xmlns:a="http://schemas.openxmlformats.org/drawingml/2006/main" w="0">
            <a:noFill/>
            <a:prstDash val="solid"/>
          </a:ln>
        </p:spPr>
      </p:sp>
      <p:sp>
        <p:nvSpPr>
          <p:cNvPr id="32" name="logic-stage-2">
            <a:extLst xmlns:a="http://schemas.openxmlformats.org/drawingml/2006/main">
              <a:ext uri="{FF2B5EF4-FFF2-40B4-BE49-F238E27FC236}">
                <a16:creationId xmlns:a16="http://schemas.microsoft.com/office/drawing/2014/main" id="{A77C7B91-CA9A-4390-ADFD-2AA1CB0CAB51}"/>
              </a:ext>
            </a:extLst>
          </p:cNvPr>
          <p:cNvSpPr>
            <a:spLocks xmlns:a="http://schemas.openxmlformats.org/drawingml/2006/main" noGrp="1"/>
          </p:cNvSpPr>
          <p:nvPr/>
        </p:nvSpPr>
        <p:spPr>
          <a:xfrm xmlns:a="http://schemas.openxmlformats.org/drawingml/2006/main">
            <a:off x="8572500" y="2362200"/>
            <a:ext cx="1200150" cy="495300"/>
          </a:xfrm>
          <a:prstGeom xmlns:a="http://schemas.openxmlformats.org/drawingml/2006/main" prst="roundRect">
            <a:avLst>
              <a:gd name="adj" fmla="val 15385"/>
            </a:avLst>
          </a:prstGeom>
          <a:solidFill xmlns:a="http://schemas.openxmlformats.org/drawingml/2006/main">
            <a:srgbClr val="E7EFEA"/>
          </a:solidFill>
          <a:ln xmlns:a="http://schemas.openxmlformats.org/drawingml/2006/main" w="9525">
            <a:solidFill>
              <a:srgbClr val="CBD8D1"/>
            </a:solidFill>
            <a:prstDash val="solid"/>
          </a:ln>
        </p:spPr>
      </p:sp>
      <p:sp>
        <p:nvSpPr>
          <p:cNvPr id="33" name="logic-stage-t-2">
            <a:extLst xmlns:a="http://schemas.openxmlformats.org/drawingml/2006/main">
              <a:ext uri="{FF2B5EF4-FFF2-40B4-BE49-F238E27FC236}">
                <a16:creationId xmlns:a16="http://schemas.microsoft.com/office/drawing/2014/main" id="{C162E660-F139-4965-BCC4-AE92CF1C56D7}"/>
              </a:ext>
            </a:extLst>
          </p:cNvPr>
          <p:cNvSpPr>
            <a:spLocks xmlns:a="http://schemas.openxmlformats.org/drawingml/2006/main" noGrp="1"/>
          </p:cNvSpPr>
          <p:nvPr/>
        </p:nvSpPr>
        <p:spPr>
          <a:xfrm xmlns:a="http://schemas.openxmlformats.org/drawingml/2006/main">
            <a:off x="8610600" y="24003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64A3A"/>
                </a:solidFill>
                <a:latin typeface="Arial"/>
                <a:ea typeface="Arial"/>
                <a:cs typeface="Arial"/>
              </a:defRPr>
            </a:defPPr>
            <a:lvl1pPr algn="ctr">
              <a:defRPr sz="975" b="1">
                <a:solidFill>
                  <a:srgbClr val="164A3A"/>
                </a:solidFill>
                <a:latin typeface="Arial"/>
                <a:ea typeface="Arial"/>
                <a:cs typeface="Arial"/>
              </a:defRPr>
            </a:lvl1pPr>
            <a:lvl2pPr algn="ctr">
              <a:defRPr sz="975" b="1">
                <a:solidFill>
                  <a:srgbClr val="164A3A"/>
                </a:solidFill>
                <a:latin typeface="Arial"/>
                <a:ea typeface="Arial"/>
                <a:cs typeface="Arial"/>
              </a:defRPr>
            </a:lvl2pPr>
            <a:lvl3pPr algn="ctr">
              <a:defRPr sz="975" b="1">
                <a:solidFill>
                  <a:srgbClr val="164A3A"/>
                </a:solidFill>
                <a:latin typeface="Arial"/>
                <a:ea typeface="Arial"/>
                <a:cs typeface="Arial"/>
              </a:defRPr>
            </a:lvl3pPr>
            <a:lvl4pPr algn="ctr">
              <a:defRPr sz="975" b="1">
                <a:solidFill>
                  <a:srgbClr val="164A3A"/>
                </a:solidFill>
                <a:latin typeface="Arial"/>
                <a:ea typeface="Arial"/>
                <a:cs typeface="Arial"/>
              </a:defRPr>
            </a:lvl4pPr>
            <a:lvl5pPr algn="ctr">
              <a:defRPr sz="975" b="1">
                <a:solidFill>
                  <a:srgbClr val="164A3A"/>
                </a:solidFill>
                <a:latin typeface="Arial"/>
                <a:ea typeface="Arial"/>
                <a:cs typeface="Arial"/>
              </a:defRPr>
            </a:lvl5pPr>
            <a:lvl6pPr algn="ctr">
              <a:defRPr sz="975" b="1">
                <a:solidFill>
                  <a:srgbClr val="164A3A"/>
                </a:solidFill>
                <a:latin typeface="Arial"/>
                <a:ea typeface="Arial"/>
                <a:cs typeface="Arial"/>
              </a:defRPr>
            </a:lvl6pPr>
            <a:lvl7pPr algn="ctr">
              <a:defRPr sz="975" b="1">
                <a:solidFill>
                  <a:srgbClr val="164A3A"/>
                </a:solidFill>
                <a:latin typeface="Arial"/>
                <a:ea typeface="Arial"/>
                <a:cs typeface="Arial"/>
              </a:defRPr>
            </a:lvl7pPr>
            <a:lvl8pPr algn="ctr">
              <a:defRPr sz="975" b="1">
                <a:solidFill>
                  <a:srgbClr val="164A3A"/>
                </a:solidFill>
                <a:latin typeface="Arial"/>
                <a:ea typeface="Arial"/>
                <a:cs typeface="Arial"/>
              </a:defRPr>
            </a:lvl8pPr>
            <a:lvl9pPr algn="ctr">
              <a:defRPr sz="975" b="1">
                <a:solidFill>
                  <a:srgbClr val="164A3A"/>
                </a:solidFill>
                <a:latin typeface="Arial"/>
                <a:ea typeface="Arial"/>
                <a:cs typeface="Arial"/>
              </a:defRPr>
            </a:lvl9pPr>
          </a:lstStyle>
          <a:p xmlns:a="http://schemas.openxmlformats.org/drawingml/2006/main">
            <a:pPr algn="ctr">
              <a:defRPr sz="975" b="1">
                <a:solidFill>
                  <a:srgbClr val="164A3A"/>
                </a:solidFill>
                <a:latin typeface="Arial"/>
                <a:ea typeface="Arial"/>
                <a:cs typeface="Arial"/>
              </a:defRPr>
            </a:pPr>
            <a:r>
              <a:rPr sz="975" b="1">
                <a:solidFill>
                  <a:srgbClr val="164A3A"/>
                </a:solidFill>
                <a:latin typeface="Arial"/>
                <a:ea typeface="Arial"/>
                <a:cs typeface="Arial"/>
              </a:rPr>
              <a:t>IN PROGRESS</a:t>
            </a:r>
          </a:p>
        </p:txBody>
      </p:sp>
      <p:sp>
        <p:nvSpPr>
          <p:cNvPr id="34" name="logic-arrow-2">
            <a:extLst xmlns:a="http://schemas.openxmlformats.org/drawingml/2006/main">
              <a:ext uri="{FF2B5EF4-FFF2-40B4-BE49-F238E27FC236}">
                <a16:creationId xmlns:a16="http://schemas.microsoft.com/office/drawing/2014/main" id="{35E4C597-1330-4BC5-96E9-55F2816825E7}"/>
              </a:ext>
            </a:extLst>
          </p:cNvPr>
          <p:cNvSpPr>
            <a:spLocks xmlns:a="http://schemas.openxmlformats.org/drawingml/2006/main" noGrp="1"/>
          </p:cNvSpPr>
          <p:nvPr/>
        </p:nvSpPr>
        <p:spPr>
          <a:xfrm xmlns:a="http://schemas.openxmlformats.org/drawingml/2006/main">
            <a:off x="9820275" y="2524125"/>
            <a:ext cx="190500" cy="171450"/>
          </a:xfrm>
          <a:prstGeom xmlns:a="http://schemas.openxmlformats.org/drawingml/2006/main" prst="rightArrow">
            <a:avLst/>
          </a:prstGeom>
          <a:solidFill xmlns:a="http://schemas.openxmlformats.org/drawingml/2006/main">
            <a:srgbClr val="D89B55"/>
          </a:solidFill>
          <a:ln xmlns:a="http://schemas.openxmlformats.org/drawingml/2006/main" w="0">
            <a:noFill/>
            <a:prstDash val="solid"/>
          </a:ln>
        </p:spPr>
      </p:sp>
      <p:sp>
        <p:nvSpPr>
          <p:cNvPr id="35" name="logic-stage-3">
            <a:extLst xmlns:a="http://schemas.openxmlformats.org/drawingml/2006/main">
              <a:ext uri="{FF2B5EF4-FFF2-40B4-BE49-F238E27FC236}">
                <a16:creationId xmlns:a16="http://schemas.microsoft.com/office/drawing/2014/main" id="{03D4E3D7-3E87-43A3-91AB-4D248752C5A8}"/>
              </a:ext>
            </a:extLst>
          </p:cNvPr>
          <p:cNvSpPr>
            <a:spLocks xmlns:a="http://schemas.openxmlformats.org/drawingml/2006/main" noGrp="1"/>
          </p:cNvSpPr>
          <p:nvPr/>
        </p:nvSpPr>
        <p:spPr>
          <a:xfrm xmlns:a="http://schemas.openxmlformats.org/drawingml/2006/main">
            <a:off x="9906000" y="2362200"/>
            <a:ext cx="971550" cy="495300"/>
          </a:xfrm>
          <a:prstGeom xmlns:a="http://schemas.openxmlformats.org/drawingml/2006/main" prst="roundRect">
            <a:avLst>
              <a:gd name="adj" fmla="val 15385"/>
            </a:avLst>
          </a:prstGeom>
          <a:solidFill xmlns:a="http://schemas.openxmlformats.org/drawingml/2006/main">
            <a:srgbClr val="E7EFEA"/>
          </a:solidFill>
          <a:ln xmlns:a="http://schemas.openxmlformats.org/drawingml/2006/main" w="9525">
            <a:solidFill>
              <a:srgbClr val="CBD8D1"/>
            </a:solidFill>
            <a:prstDash val="solid"/>
          </a:ln>
        </p:spPr>
      </p:sp>
      <p:sp>
        <p:nvSpPr>
          <p:cNvPr id="36" name="logic-stage-t-3">
            <a:extLst xmlns:a="http://schemas.openxmlformats.org/drawingml/2006/main">
              <a:ext uri="{FF2B5EF4-FFF2-40B4-BE49-F238E27FC236}">
                <a16:creationId xmlns:a16="http://schemas.microsoft.com/office/drawing/2014/main" id="{0A2455E2-7F62-4910-9D05-0A2D72C51CC3}"/>
              </a:ext>
            </a:extLst>
          </p:cNvPr>
          <p:cNvSpPr>
            <a:spLocks xmlns:a="http://schemas.openxmlformats.org/drawingml/2006/main" noGrp="1"/>
          </p:cNvSpPr>
          <p:nvPr/>
        </p:nvSpPr>
        <p:spPr>
          <a:xfrm xmlns:a="http://schemas.openxmlformats.org/drawingml/2006/main">
            <a:off x="9944100" y="2400300"/>
            <a:ext cx="89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64A3A"/>
                </a:solidFill>
                <a:latin typeface="Arial"/>
                <a:ea typeface="Arial"/>
                <a:cs typeface="Arial"/>
              </a:defRPr>
            </a:defPPr>
            <a:lvl1pPr algn="ctr">
              <a:defRPr sz="1050" b="1">
                <a:solidFill>
                  <a:srgbClr val="164A3A"/>
                </a:solidFill>
                <a:latin typeface="Arial"/>
                <a:ea typeface="Arial"/>
                <a:cs typeface="Arial"/>
              </a:defRPr>
            </a:lvl1pPr>
            <a:lvl2pPr algn="ctr">
              <a:defRPr sz="1050" b="1">
                <a:solidFill>
                  <a:srgbClr val="164A3A"/>
                </a:solidFill>
                <a:latin typeface="Arial"/>
                <a:ea typeface="Arial"/>
                <a:cs typeface="Arial"/>
              </a:defRPr>
            </a:lvl2pPr>
            <a:lvl3pPr algn="ctr">
              <a:defRPr sz="1050" b="1">
                <a:solidFill>
                  <a:srgbClr val="164A3A"/>
                </a:solidFill>
                <a:latin typeface="Arial"/>
                <a:ea typeface="Arial"/>
                <a:cs typeface="Arial"/>
              </a:defRPr>
            </a:lvl3pPr>
            <a:lvl4pPr algn="ctr">
              <a:defRPr sz="1050" b="1">
                <a:solidFill>
                  <a:srgbClr val="164A3A"/>
                </a:solidFill>
                <a:latin typeface="Arial"/>
                <a:ea typeface="Arial"/>
                <a:cs typeface="Arial"/>
              </a:defRPr>
            </a:lvl4pPr>
            <a:lvl5pPr algn="ctr">
              <a:defRPr sz="1050" b="1">
                <a:solidFill>
                  <a:srgbClr val="164A3A"/>
                </a:solidFill>
                <a:latin typeface="Arial"/>
                <a:ea typeface="Arial"/>
                <a:cs typeface="Arial"/>
              </a:defRPr>
            </a:lvl5pPr>
            <a:lvl6pPr algn="ctr">
              <a:defRPr sz="1050" b="1">
                <a:solidFill>
                  <a:srgbClr val="164A3A"/>
                </a:solidFill>
                <a:latin typeface="Arial"/>
                <a:ea typeface="Arial"/>
                <a:cs typeface="Arial"/>
              </a:defRPr>
            </a:lvl6pPr>
            <a:lvl7pPr algn="ctr">
              <a:defRPr sz="1050" b="1">
                <a:solidFill>
                  <a:srgbClr val="164A3A"/>
                </a:solidFill>
                <a:latin typeface="Arial"/>
                <a:ea typeface="Arial"/>
                <a:cs typeface="Arial"/>
              </a:defRPr>
            </a:lvl7pPr>
            <a:lvl8pPr algn="ctr">
              <a:defRPr sz="1050" b="1">
                <a:solidFill>
                  <a:srgbClr val="164A3A"/>
                </a:solidFill>
                <a:latin typeface="Arial"/>
                <a:ea typeface="Arial"/>
                <a:cs typeface="Arial"/>
              </a:defRPr>
            </a:lvl8pPr>
            <a:lvl9pPr algn="ctr">
              <a:defRPr sz="1050" b="1">
                <a:solidFill>
                  <a:srgbClr val="164A3A"/>
                </a:solidFill>
                <a:latin typeface="Arial"/>
                <a:ea typeface="Arial"/>
                <a:cs typeface="Arial"/>
              </a:defRPr>
            </a:lvl9pPr>
          </a:lstStyle>
          <a:p xmlns:a="http://schemas.openxmlformats.org/drawingml/2006/main">
            <a:pPr algn="ctr">
              <a:defRPr sz="1050" b="1">
                <a:solidFill>
                  <a:srgbClr val="164A3A"/>
                </a:solidFill>
                <a:latin typeface="Arial"/>
                <a:ea typeface="Arial"/>
                <a:cs typeface="Arial"/>
              </a:defRPr>
            </a:pPr>
            <a:r>
              <a:rPr sz="1050" b="1">
                <a:solidFill>
                  <a:srgbClr val="164A3A"/>
                </a:solidFill>
                <a:latin typeface="Arial"/>
                <a:ea typeface="Arial"/>
                <a:cs typeface="Arial"/>
              </a:rPr>
              <a:t>RESOLVED</a:t>
            </a:r>
          </a:p>
        </p:txBody>
      </p:sp>
      <p:sp>
        <p:nvSpPr>
          <p:cNvPr id="37" name="logic-arrow-3">
            <a:extLst xmlns:a="http://schemas.openxmlformats.org/drawingml/2006/main">
              <a:ext uri="{FF2B5EF4-FFF2-40B4-BE49-F238E27FC236}">
                <a16:creationId xmlns:a16="http://schemas.microsoft.com/office/drawing/2014/main" id="{EE8B1DC5-AF6E-4773-84D9-32C0C1D465F0}"/>
              </a:ext>
            </a:extLst>
          </p:cNvPr>
          <p:cNvSpPr>
            <a:spLocks xmlns:a="http://schemas.openxmlformats.org/drawingml/2006/main" noGrp="1"/>
          </p:cNvSpPr>
          <p:nvPr/>
        </p:nvSpPr>
        <p:spPr>
          <a:xfrm xmlns:a="http://schemas.openxmlformats.org/drawingml/2006/main">
            <a:off x="10925175" y="2524125"/>
            <a:ext cx="190500" cy="171450"/>
          </a:xfrm>
          <a:prstGeom xmlns:a="http://schemas.openxmlformats.org/drawingml/2006/main" prst="rightArrow">
            <a:avLst/>
          </a:prstGeom>
          <a:solidFill xmlns:a="http://schemas.openxmlformats.org/drawingml/2006/main">
            <a:srgbClr val="D89B55"/>
          </a:solidFill>
          <a:ln xmlns:a="http://schemas.openxmlformats.org/drawingml/2006/main" w="0">
            <a:noFill/>
            <a:prstDash val="solid"/>
          </a:ln>
        </p:spPr>
      </p:sp>
      <p:sp>
        <p:nvSpPr>
          <p:cNvPr id="38" name="logic-stage-4">
            <a:extLst xmlns:a="http://schemas.openxmlformats.org/drawingml/2006/main">
              <a:ext uri="{FF2B5EF4-FFF2-40B4-BE49-F238E27FC236}">
                <a16:creationId xmlns:a16="http://schemas.microsoft.com/office/drawing/2014/main" id="{BC882DE8-713A-48B2-92A5-2A3B0167AC27}"/>
              </a:ext>
            </a:extLst>
          </p:cNvPr>
          <p:cNvSpPr>
            <a:spLocks xmlns:a="http://schemas.openxmlformats.org/drawingml/2006/main" noGrp="1"/>
          </p:cNvSpPr>
          <p:nvPr/>
        </p:nvSpPr>
        <p:spPr>
          <a:xfrm xmlns:a="http://schemas.openxmlformats.org/drawingml/2006/main">
            <a:off x="11001375" y="2362200"/>
            <a:ext cx="971550" cy="495300"/>
          </a:xfrm>
          <a:prstGeom xmlns:a="http://schemas.openxmlformats.org/drawingml/2006/main" prst="roundRect">
            <a:avLst>
              <a:gd name="adj" fmla="val 15385"/>
            </a:avLst>
          </a:prstGeom>
          <a:solidFill xmlns:a="http://schemas.openxmlformats.org/drawingml/2006/main">
            <a:srgbClr val="E7EFEA"/>
          </a:solidFill>
          <a:ln xmlns:a="http://schemas.openxmlformats.org/drawingml/2006/main" w="9525">
            <a:solidFill>
              <a:srgbClr val="CBD8D1"/>
            </a:solidFill>
            <a:prstDash val="solid"/>
          </a:ln>
        </p:spPr>
      </p:sp>
      <p:sp>
        <p:nvSpPr>
          <p:cNvPr id="39" name="logic-stage-t-4">
            <a:extLst xmlns:a="http://schemas.openxmlformats.org/drawingml/2006/main">
              <a:ext uri="{FF2B5EF4-FFF2-40B4-BE49-F238E27FC236}">
                <a16:creationId xmlns:a16="http://schemas.microsoft.com/office/drawing/2014/main" id="{7084A712-9F6D-49CB-B155-E185FC1A0452}"/>
              </a:ext>
            </a:extLst>
          </p:cNvPr>
          <p:cNvSpPr>
            <a:spLocks xmlns:a="http://schemas.openxmlformats.org/drawingml/2006/main" noGrp="1"/>
          </p:cNvSpPr>
          <p:nvPr/>
        </p:nvSpPr>
        <p:spPr>
          <a:xfrm xmlns:a="http://schemas.openxmlformats.org/drawingml/2006/main">
            <a:off x="11039475" y="2400300"/>
            <a:ext cx="89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64A3A"/>
                </a:solidFill>
                <a:latin typeface="Arial"/>
                <a:ea typeface="Arial"/>
                <a:cs typeface="Arial"/>
              </a:defRPr>
            </a:defPPr>
            <a:lvl1pPr algn="ctr">
              <a:defRPr sz="1050" b="1">
                <a:solidFill>
                  <a:srgbClr val="164A3A"/>
                </a:solidFill>
                <a:latin typeface="Arial"/>
                <a:ea typeface="Arial"/>
                <a:cs typeface="Arial"/>
              </a:defRPr>
            </a:lvl1pPr>
            <a:lvl2pPr algn="ctr">
              <a:defRPr sz="1050" b="1">
                <a:solidFill>
                  <a:srgbClr val="164A3A"/>
                </a:solidFill>
                <a:latin typeface="Arial"/>
                <a:ea typeface="Arial"/>
                <a:cs typeface="Arial"/>
              </a:defRPr>
            </a:lvl2pPr>
            <a:lvl3pPr algn="ctr">
              <a:defRPr sz="1050" b="1">
                <a:solidFill>
                  <a:srgbClr val="164A3A"/>
                </a:solidFill>
                <a:latin typeface="Arial"/>
                <a:ea typeface="Arial"/>
                <a:cs typeface="Arial"/>
              </a:defRPr>
            </a:lvl3pPr>
            <a:lvl4pPr algn="ctr">
              <a:defRPr sz="1050" b="1">
                <a:solidFill>
                  <a:srgbClr val="164A3A"/>
                </a:solidFill>
                <a:latin typeface="Arial"/>
                <a:ea typeface="Arial"/>
                <a:cs typeface="Arial"/>
              </a:defRPr>
            </a:lvl4pPr>
            <a:lvl5pPr algn="ctr">
              <a:defRPr sz="1050" b="1">
                <a:solidFill>
                  <a:srgbClr val="164A3A"/>
                </a:solidFill>
                <a:latin typeface="Arial"/>
                <a:ea typeface="Arial"/>
                <a:cs typeface="Arial"/>
              </a:defRPr>
            </a:lvl5pPr>
            <a:lvl6pPr algn="ctr">
              <a:defRPr sz="1050" b="1">
                <a:solidFill>
                  <a:srgbClr val="164A3A"/>
                </a:solidFill>
                <a:latin typeface="Arial"/>
                <a:ea typeface="Arial"/>
                <a:cs typeface="Arial"/>
              </a:defRPr>
            </a:lvl6pPr>
            <a:lvl7pPr algn="ctr">
              <a:defRPr sz="1050" b="1">
                <a:solidFill>
                  <a:srgbClr val="164A3A"/>
                </a:solidFill>
                <a:latin typeface="Arial"/>
                <a:ea typeface="Arial"/>
                <a:cs typeface="Arial"/>
              </a:defRPr>
            </a:lvl7pPr>
            <a:lvl8pPr algn="ctr">
              <a:defRPr sz="1050" b="1">
                <a:solidFill>
                  <a:srgbClr val="164A3A"/>
                </a:solidFill>
                <a:latin typeface="Arial"/>
                <a:ea typeface="Arial"/>
                <a:cs typeface="Arial"/>
              </a:defRPr>
            </a:lvl8pPr>
            <a:lvl9pPr algn="ctr">
              <a:defRPr sz="1050" b="1">
                <a:solidFill>
                  <a:srgbClr val="164A3A"/>
                </a:solidFill>
                <a:latin typeface="Arial"/>
                <a:ea typeface="Arial"/>
                <a:cs typeface="Arial"/>
              </a:defRPr>
            </a:lvl9pPr>
          </a:lstStyle>
          <a:p xmlns:a="http://schemas.openxmlformats.org/drawingml/2006/main">
            <a:pPr algn="ctr">
              <a:defRPr sz="1050" b="1">
                <a:solidFill>
                  <a:srgbClr val="164A3A"/>
                </a:solidFill>
                <a:latin typeface="Arial"/>
                <a:ea typeface="Arial"/>
                <a:cs typeface="Arial"/>
              </a:defRPr>
            </a:pPr>
            <a:r>
              <a:rPr sz="1050" b="1">
                <a:solidFill>
                  <a:srgbClr val="164A3A"/>
                </a:solidFill>
                <a:latin typeface="Arial"/>
                <a:ea typeface="Arial"/>
                <a:cs typeface="Arial"/>
              </a:rPr>
              <a:t>CLOSED</a:t>
            </a:r>
          </a:p>
        </p:txBody>
      </p:sp>
      <p:sp>
        <p:nvSpPr>
          <p:cNvPr id="40" name="logic-flow-ex">
            <a:extLst xmlns:a="http://schemas.openxmlformats.org/drawingml/2006/main">
              <a:ext uri="{FF2B5EF4-FFF2-40B4-BE49-F238E27FC236}">
                <a16:creationId xmlns:a16="http://schemas.microsoft.com/office/drawing/2014/main" id="{22908323-B231-4145-87DE-51D883ABCEF1}"/>
              </a:ext>
            </a:extLst>
          </p:cNvPr>
          <p:cNvSpPr>
            <a:spLocks xmlns:a="http://schemas.openxmlformats.org/drawingml/2006/main" noGrp="1"/>
          </p:cNvSpPr>
          <p:nvPr/>
        </p:nvSpPr>
        <p:spPr>
          <a:xfrm xmlns:a="http://schemas.openxmlformats.org/drawingml/2006/main">
            <a:off x="6210300" y="3143250"/>
            <a:ext cx="5095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314"/>
          </a:bodyPr>
          <a:lstStyle xmlns:a="http://schemas.openxmlformats.org/drawingml/2006/main">
            <a:defPPr algn="l">
              <a:defRPr sz="1350" b="1">
                <a:solidFill>
                  <a:srgbClr val="18312A"/>
                </a:solidFill>
                <a:latin typeface="Arial"/>
                <a:ea typeface="Arial"/>
                <a:cs typeface="Arial"/>
              </a:defRPr>
            </a:defPPr>
            <a:lvl1pPr algn="l">
              <a:defRPr sz="1350" b="1">
                <a:solidFill>
                  <a:srgbClr val="18312A"/>
                </a:solidFill>
                <a:latin typeface="Arial"/>
                <a:ea typeface="Arial"/>
                <a:cs typeface="Arial"/>
              </a:defRPr>
            </a:lvl1pPr>
            <a:lvl2pPr algn="l">
              <a:defRPr sz="1350" b="1">
                <a:solidFill>
                  <a:srgbClr val="18312A"/>
                </a:solidFill>
                <a:latin typeface="Arial"/>
                <a:ea typeface="Arial"/>
                <a:cs typeface="Arial"/>
              </a:defRPr>
            </a:lvl2pPr>
            <a:lvl3pPr algn="l">
              <a:defRPr sz="1350" b="1">
                <a:solidFill>
                  <a:srgbClr val="18312A"/>
                </a:solidFill>
                <a:latin typeface="Arial"/>
                <a:ea typeface="Arial"/>
                <a:cs typeface="Arial"/>
              </a:defRPr>
            </a:lvl3pPr>
            <a:lvl4pPr algn="l">
              <a:defRPr sz="1350" b="1">
                <a:solidFill>
                  <a:srgbClr val="18312A"/>
                </a:solidFill>
                <a:latin typeface="Arial"/>
                <a:ea typeface="Arial"/>
                <a:cs typeface="Arial"/>
              </a:defRPr>
            </a:lvl4pPr>
            <a:lvl5pPr algn="l">
              <a:defRPr sz="1350" b="1">
                <a:solidFill>
                  <a:srgbClr val="18312A"/>
                </a:solidFill>
                <a:latin typeface="Arial"/>
                <a:ea typeface="Arial"/>
                <a:cs typeface="Arial"/>
              </a:defRPr>
            </a:lvl5pPr>
            <a:lvl6pPr algn="l">
              <a:defRPr sz="1350" b="1">
                <a:solidFill>
                  <a:srgbClr val="18312A"/>
                </a:solidFill>
                <a:latin typeface="Arial"/>
                <a:ea typeface="Arial"/>
                <a:cs typeface="Arial"/>
              </a:defRPr>
            </a:lvl6pPr>
            <a:lvl7pPr algn="l">
              <a:defRPr sz="1350" b="1">
                <a:solidFill>
                  <a:srgbClr val="18312A"/>
                </a:solidFill>
                <a:latin typeface="Arial"/>
                <a:ea typeface="Arial"/>
                <a:cs typeface="Arial"/>
              </a:defRPr>
            </a:lvl7pPr>
            <a:lvl8pPr algn="l">
              <a:defRPr sz="1350" b="1">
                <a:solidFill>
                  <a:srgbClr val="18312A"/>
                </a:solidFill>
                <a:latin typeface="Arial"/>
                <a:ea typeface="Arial"/>
                <a:cs typeface="Arial"/>
              </a:defRPr>
            </a:lvl8pPr>
            <a:lvl9pPr algn="l">
              <a:defRPr sz="1350" b="1">
                <a:solidFill>
                  <a:srgbClr val="18312A"/>
                </a:solidFill>
                <a:latin typeface="Arial"/>
                <a:ea typeface="Arial"/>
                <a:cs typeface="Arial"/>
              </a:defRPr>
            </a:lvl9pPr>
          </a:lstStyle>
          <a:p xmlns:a="http://schemas.openxmlformats.org/drawingml/2006/main">
            <a:pPr algn="l">
              <a:defRPr sz="1350" b="1">
                <a:solidFill>
                  <a:srgbClr val="18312A"/>
                </a:solidFill>
                <a:latin typeface="Arial"/>
                <a:ea typeface="Arial"/>
                <a:cs typeface="Arial"/>
              </a:defRPr>
            </a:pPr>
            <a:r>
              <a:rPr sz="1350" b="1">
                <a:solidFill>
                  <a:srgbClr val="18312A"/>
                </a:solidFill>
                <a:latin typeface="Arial"/>
                <a:ea typeface="Arial"/>
                <a:cs typeface="Arial"/>
              </a:rPr>
              <a:t>ASSIGNED staff must match both complaint block and specialty.</a:t>
            </a:r>
          </a:p>
        </p:txBody>
      </p:sp>
      <p:sp>
        <p:nvSpPr>
          <p:cNvPr id="41" name="logic-flow-desc">
            <a:extLst xmlns:a="http://schemas.openxmlformats.org/drawingml/2006/main">
              <a:ext uri="{FF2B5EF4-FFF2-40B4-BE49-F238E27FC236}">
                <a16:creationId xmlns:a16="http://schemas.microsoft.com/office/drawing/2014/main" id="{B0D007C0-3582-4D40-9204-3E054656041A}"/>
              </a:ext>
            </a:extLst>
          </p:cNvPr>
          <p:cNvSpPr>
            <a:spLocks xmlns:a="http://schemas.openxmlformats.org/drawingml/2006/main" noGrp="1"/>
          </p:cNvSpPr>
          <p:nvPr/>
        </p:nvSpPr>
        <p:spPr>
          <a:xfrm xmlns:a="http://schemas.openxmlformats.org/drawingml/2006/main">
            <a:off x="6210300" y="3562350"/>
            <a:ext cx="5095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4766E"/>
                </a:solidFill>
                <a:latin typeface="Arial"/>
                <a:ea typeface="Arial"/>
                <a:cs typeface="Arial"/>
              </a:defRPr>
            </a:defPPr>
            <a:lvl1pPr algn="l">
              <a:defRPr sz="1350" b="0">
                <a:solidFill>
                  <a:srgbClr val="64766E"/>
                </a:solidFill>
                <a:latin typeface="Arial"/>
                <a:ea typeface="Arial"/>
                <a:cs typeface="Arial"/>
              </a:defRPr>
            </a:lvl1pPr>
            <a:lvl2pPr algn="l">
              <a:defRPr sz="1350" b="0">
                <a:solidFill>
                  <a:srgbClr val="64766E"/>
                </a:solidFill>
                <a:latin typeface="Arial"/>
                <a:ea typeface="Arial"/>
                <a:cs typeface="Arial"/>
              </a:defRPr>
            </a:lvl2pPr>
            <a:lvl3pPr algn="l">
              <a:defRPr sz="1350" b="0">
                <a:solidFill>
                  <a:srgbClr val="64766E"/>
                </a:solidFill>
                <a:latin typeface="Arial"/>
                <a:ea typeface="Arial"/>
                <a:cs typeface="Arial"/>
              </a:defRPr>
            </a:lvl3pPr>
            <a:lvl4pPr algn="l">
              <a:defRPr sz="1350" b="0">
                <a:solidFill>
                  <a:srgbClr val="64766E"/>
                </a:solidFill>
                <a:latin typeface="Arial"/>
                <a:ea typeface="Arial"/>
                <a:cs typeface="Arial"/>
              </a:defRPr>
            </a:lvl4pPr>
            <a:lvl5pPr algn="l">
              <a:defRPr sz="1350" b="0">
                <a:solidFill>
                  <a:srgbClr val="64766E"/>
                </a:solidFill>
                <a:latin typeface="Arial"/>
                <a:ea typeface="Arial"/>
                <a:cs typeface="Arial"/>
              </a:defRPr>
            </a:lvl5pPr>
            <a:lvl6pPr algn="l">
              <a:defRPr sz="1350" b="0">
                <a:solidFill>
                  <a:srgbClr val="64766E"/>
                </a:solidFill>
                <a:latin typeface="Arial"/>
                <a:ea typeface="Arial"/>
                <a:cs typeface="Arial"/>
              </a:defRPr>
            </a:lvl6pPr>
            <a:lvl7pPr algn="l">
              <a:defRPr sz="1350" b="0">
                <a:solidFill>
                  <a:srgbClr val="64766E"/>
                </a:solidFill>
                <a:latin typeface="Arial"/>
                <a:ea typeface="Arial"/>
                <a:cs typeface="Arial"/>
              </a:defRPr>
            </a:lvl7pPr>
            <a:lvl8pPr algn="l">
              <a:defRPr sz="1350" b="0">
                <a:solidFill>
                  <a:srgbClr val="64766E"/>
                </a:solidFill>
                <a:latin typeface="Arial"/>
                <a:ea typeface="Arial"/>
                <a:cs typeface="Arial"/>
              </a:defRPr>
            </a:lvl8pPr>
            <a:lvl9pPr algn="l">
              <a:defRPr sz="1350" b="0">
                <a:solidFill>
                  <a:srgbClr val="64766E"/>
                </a:solidFill>
                <a:latin typeface="Arial"/>
                <a:ea typeface="Arial"/>
                <a:cs typeface="Arial"/>
              </a:defRPr>
            </a:lvl9pPr>
          </a:lstStyle>
          <a:p xmlns:a="http://schemas.openxmlformats.org/drawingml/2006/main">
            <a:pPr algn="l">
              <a:defRPr sz="1350" b="0">
                <a:solidFill>
                  <a:srgbClr val="64766E"/>
                </a:solidFill>
                <a:latin typeface="Arial"/>
                <a:ea typeface="Arial"/>
                <a:cs typeface="Arial"/>
              </a:defRPr>
            </a:pPr>
            <a:r>
              <a:rPr sz="1350" b="0">
                <a:solidFill>
                  <a:srgbClr val="64766E"/>
                </a:solidFill>
                <a:latin typeface="Arial"/>
                <a:ea typeface="Arial"/>
                <a:cs typeface="Arial"/>
              </a:rPr>
              <a:t>Status transitions are restricted. Every status or assignment change can be written to complaint_log. Student feedback is accepted only after resolution and closes the complaint.</a:t>
            </a:r>
          </a:p>
        </p:txBody>
      </p:sp>
      <p:sp>
        <p:nvSpPr>
          <p:cNvPr id="42" name="logic-bottom-rule">
            <a:extLst xmlns:a="http://schemas.openxmlformats.org/drawingml/2006/main">
              <a:ext uri="{FF2B5EF4-FFF2-40B4-BE49-F238E27FC236}">
                <a16:creationId xmlns:a16="http://schemas.microsoft.com/office/drawing/2014/main" id="{CC84C5A7-A88D-4830-B472-A6B000FFF772}"/>
              </a:ext>
            </a:extLst>
          </p:cNvPr>
          <p:cNvSpPr>
            <a:spLocks xmlns:a="http://schemas.openxmlformats.org/drawingml/2006/main" noGrp="1"/>
          </p:cNvSpPr>
          <p:nvPr/>
        </p:nvSpPr>
        <p:spPr>
          <a:xfrm xmlns:a="http://schemas.openxmlformats.org/drawingml/2006/main">
            <a:off x="800100" y="4953000"/>
            <a:ext cx="10668000" cy="190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43" name="logic-sql-label">
            <a:extLst xmlns:a="http://schemas.openxmlformats.org/drawingml/2006/main">
              <a:ext uri="{FF2B5EF4-FFF2-40B4-BE49-F238E27FC236}">
                <a16:creationId xmlns:a16="http://schemas.microsoft.com/office/drawing/2014/main" id="{CF574600-21C6-43BF-9E2F-03E2505C23B7}"/>
              </a:ext>
            </a:extLst>
          </p:cNvPr>
          <p:cNvSpPr>
            <a:spLocks xmlns:a="http://schemas.openxmlformats.org/drawingml/2006/main" noGrp="1"/>
          </p:cNvSpPr>
          <p:nvPr/>
        </p:nvSpPr>
        <p:spPr>
          <a:xfrm xmlns:a="http://schemas.openxmlformats.org/drawingml/2006/main">
            <a:off x="800100" y="51625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89B55"/>
                </a:solidFill>
                <a:latin typeface="Arial"/>
                <a:ea typeface="Arial"/>
                <a:cs typeface="Arial"/>
              </a:defRPr>
            </a:defPPr>
            <a:lvl1pPr algn="l">
              <a:defRPr sz="1050" b="1">
                <a:solidFill>
                  <a:srgbClr val="D89B55"/>
                </a:solidFill>
                <a:latin typeface="Arial"/>
                <a:ea typeface="Arial"/>
                <a:cs typeface="Arial"/>
              </a:defRPr>
            </a:lvl1pPr>
            <a:lvl2pPr algn="l">
              <a:defRPr sz="1050" b="1">
                <a:solidFill>
                  <a:srgbClr val="D89B55"/>
                </a:solidFill>
                <a:latin typeface="Arial"/>
                <a:ea typeface="Arial"/>
                <a:cs typeface="Arial"/>
              </a:defRPr>
            </a:lvl2pPr>
            <a:lvl3pPr algn="l">
              <a:defRPr sz="1050" b="1">
                <a:solidFill>
                  <a:srgbClr val="D89B55"/>
                </a:solidFill>
                <a:latin typeface="Arial"/>
                <a:ea typeface="Arial"/>
                <a:cs typeface="Arial"/>
              </a:defRPr>
            </a:lvl3pPr>
            <a:lvl4pPr algn="l">
              <a:defRPr sz="1050" b="1">
                <a:solidFill>
                  <a:srgbClr val="D89B55"/>
                </a:solidFill>
                <a:latin typeface="Arial"/>
                <a:ea typeface="Arial"/>
                <a:cs typeface="Arial"/>
              </a:defRPr>
            </a:lvl4pPr>
            <a:lvl5pPr algn="l">
              <a:defRPr sz="1050" b="1">
                <a:solidFill>
                  <a:srgbClr val="D89B55"/>
                </a:solidFill>
                <a:latin typeface="Arial"/>
                <a:ea typeface="Arial"/>
                <a:cs typeface="Arial"/>
              </a:defRPr>
            </a:lvl5pPr>
            <a:lvl6pPr algn="l">
              <a:defRPr sz="1050" b="1">
                <a:solidFill>
                  <a:srgbClr val="D89B55"/>
                </a:solidFill>
                <a:latin typeface="Arial"/>
                <a:ea typeface="Arial"/>
                <a:cs typeface="Arial"/>
              </a:defRPr>
            </a:lvl6pPr>
            <a:lvl7pPr algn="l">
              <a:defRPr sz="1050" b="1">
                <a:solidFill>
                  <a:srgbClr val="D89B55"/>
                </a:solidFill>
                <a:latin typeface="Arial"/>
                <a:ea typeface="Arial"/>
                <a:cs typeface="Arial"/>
              </a:defRPr>
            </a:lvl7pPr>
            <a:lvl8pPr algn="l">
              <a:defRPr sz="1050" b="1">
                <a:solidFill>
                  <a:srgbClr val="D89B55"/>
                </a:solidFill>
                <a:latin typeface="Arial"/>
                <a:ea typeface="Arial"/>
                <a:cs typeface="Arial"/>
              </a:defRPr>
            </a:lvl8pPr>
            <a:lvl9pPr algn="l">
              <a:defRPr sz="1050" b="1">
                <a:solidFill>
                  <a:srgbClr val="D89B55"/>
                </a:solidFill>
                <a:latin typeface="Arial"/>
                <a:ea typeface="Arial"/>
                <a:cs typeface="Arial"/>
              </a:defRPr>
            </a:lvl9pPr>
          </a:lstStyle>
          <a:p xmlns:a="http://schemas.openxmlformats.org/drawingml/2006/main">
            <a:pPr algn="l">
              <a:defRPr sz="1050" b="1">
                <a:solidFill>
                  <a:srgbClr val="D89B55"/>
                </a:solidFill>
                <a:latin typeface="Arial"/>
                <a:ea typeface="Arial"/>
                <a:cs typeface="Arial"/>
              </a:defRPr>
            </a:pPr>
            <a:r>
              <a:rPr sz="1050" b="1">
                <a:solidFill>
                  <a:srgbClr val="D89B55"/>
                </a:solidFill>
                <a:latin typeface="Arial"/>
                <a:ea typeface="Arial"/>
                <a:cs typeface="Arial"/>
              </a:rPr>
              <a:t>DATABASE ROUTINES</a:t>
            </a:r>
          </a:p>
        </p:txBody>
      </p:sp>
      <p:sp>
        <p:nvSpPr>
          <p:cNvPr id="44" name="logic-sql">
            <a:extLst xmlns:a="http://schemas.openxmlformats.org/drawingml/2006/main">
              <a:ext uri="{FF2B5EF4-FFF2-40B4-BE49-F238E27FC236}">
                <a16:creationId xmlns:a16="http://schemas.microsoft.com/office/drawing/2014/main" id="{71B96497-D37B-4C04-9CAE-B57C1F913254}"/>
              </a:ext>
            </a:extLst>
          </p:cNvPr>
          <p:cNvSpPr>
            <a:spLocks xmlns:a="http://schemas.openxmlformats.org/drawingml/2006/main" noGrp="1"/>
          </p:cNvSpPr>
          <p:nvPr/>
        </p:nvSpPr>
        <p:spPr>
          <a:xfrm xmlns:a="http://schemas.openxmlformats.org/drawingml/2006/main">
            <a:off x="800100" y="54673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64A3A"/>
                </a:solidFill>
                <a:latin typeface="Arial"/>
                <a:ea typeface="Arial"/>
                <a:cs typeface="Arial"/>
              </a:defRPr>
            </a:defPPr>
            <a:lvl1pPr algn="l">
              <a:defRPr sz="1275" b="1">
                <a:solidFill>
                  <a:srgbClr val="164A3A"/>
                </a:solidFill>
                <a:latin typeface="Arial"/>
                <a:ea typeface="Arial"/>
                <a:cs typeface="Arial"/>
              </a:defRPr>
            </a:lvl1pPr>
            <a:lvl2pPr algn="l">
              <a:defRPr sz="1275" b="1">
                <a:solidFill>
                  <a:srgbClr val="164A3A"/>
                </a:solidFill>
                <a:latin typeface="Arial"/>
                <a:ea typeface="Arial"/>
                <a:cs typeface="Arial"/>
              </a:defRPr>
            </a:lvl2pPr>
            <a:lvl3pPr algn="l">
              <a:defRPr sz="1275" b="1">
                <a:solidFill>
                  <a:srgbClr val="164A3A"/>
                </a:solidFill>
                <a:latin typeface="Arial"/>
                <a:ea typeface="Arial"/>
                <a:cs typeface="Arial"/>
              </a:defRPr>
            </a:lvl3pPr>
            <a:lvl4pPr algn="l">
              <a:defRPr sz="1275" b="1">
                <a:solidFill>
                  <a:srgbClr val="164A3A"/>
                </a:solidFill>
                <a:latin typeface="Arial"/>
                <a:ea typeface="Arial"/>
                <a:cs typeface="Arial"/>
              </a:defRPr>
            </a:lvl4pPr>
            <a:lvl5pPr algn="l">
              <a:defRPr sz="1275" b="1">
                <a:solidFill>
                  <a:srgbClr val="164A3A"/>
                </a:solidFill>
                <a:latin typeface="Arial"/>
                <a:ea typeface="Arial"/>
                <a:cs typeface="Arial"/>
              </a:defRPr>
            </a:lvl5pPr>
            <a:lvl6pPr algn="l">
              <a:defRPr sz="1275" b="1">
                <a:solidFill>
                  <a:srgbClr val="164A3A"/>
                </a:solidFill>
                <a:latin typeface="Arial"/>
                <a:ea typeface="Arial"/>
                <a:cs typeface="Arial"/>
              </a:defRPr>
            </a:lvl6pPr>
            <a:lvl7pPr algn="l">
              <a:defRPr sz="1275" b="1">
                <a:solidFill>
                  <a:srgbClr val="164A3A"/>
                </a:solidFill>
                <a:latin typeface="Arial"/>
                <a:ea typeface="Arial"/>
                <a:cs typeface="Arial"/>
              </a:defRPr>
            </a:lvl7pPr>
            <a:lvl8pPr algn="l">
              <a:defRPr sz="1275" b="1">
                <a:solidFill>
                  <a:srgbClr val="164A3A"/>
                </a:solidFill>
                <a:latin typeface="Arial"/>
                <a:ea typeface="Arial"/>
                <a:cs typeface="Arial"/>
              </a:defRPr>
            </a:lvl8pPr>
            <a:lvl9pPr algn="l">
              <a:defRPr sz="1275" b="1">
                <a:solidFill>
                  <a:srgbClr val="164A3A"/>
                </a:solidFill>
                <a:latin typeface="Arial"/>
                <a:ea typeface="Arial"/>
                <a:cs typeface="Arial"/>
              </a:defRPr>
            </a:lvl9pPr>
          </a:lstStyle>
          <a:p xmlns:a="http://schemas.openxmlformats.org/drawingml/2006/main">
            <a:pPr algn="l">
              <a:defRPr sz="1275" b="1">
                <a:solidFill>
                  <a:srgbClr val="164A3A"/>
                </a:solidFill>
                <a:latin typeface="Arial"/>
                <a:ea typeface="Arial"/>
                <a:cs typeface="Arial"/>
              </a:defRPr>
            </a:pPr>
            <a:r>
              <a:rPr sz="1275" b="1">
                <a:solidFill>
                  <a:srgbClr val="164A3A"/>
                </a:solidFill>
                <a:latin typeface="Arial"/>
                <a:ea typeface="Arial"/>
                <a:cs typeface="Arial"/>
              </a:rPr>
              <a:t>sp_allocate_room  •  sp_vacate_room  •  sp_raise_complaint  •  sp_assign_complaint  •  sp_update_status</a:t>
            </a:r>
          </a:p>
        </p:txBody>
      </p:sp>
      <p:sp>
        <p:nvSpPr>
          <p:cNvPr id="45" name="logic-triggers">
            <a:extLst xmlns:a="http://schemas.openxmlformats.org/drawingml/2006/main">
              <a:ext uri="{FF2B5EF4-FFF2-40B4-BE49-F238E27FC236}">
                <a16:creationId xmlns:a16="http://schemas.microsoft.com/office/drawing/2014/main" id="{BF227280-9DD6-4868-857F-72D53EA3D5BA}"/>
              </a:ext>
            </a:extLst>
          </p:cNvPr>
          <p:cNvSpPr>
            <a:spLocks xmlns:a="http://schemas.openxmlformats.org/drawingml/2006/main" noGrp="1"/>
          </p:cNvSpPr>
          <p:nvPr/>
        </p:nvSpPr>
        <p:spPr>
          <a:xfrm xmlns:a="http://schemas.openxmlformats.org/drawingml/2006/main">
            <a:off x="800100" y="591502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8312A"/>
                </a:solidFill>
                <a:latin typeface="Arial"/>
                <a:ea typeface="Arial"/>
                <a:cs typeface="Arial"/>
              </a:defRPr>
            </a:defPPr>
            <a:lvl1pPr algn="l">
              <a:defRPr sz="1275" b="0">
                <a:solidFill>
                  <a:srgbClr val="18312A"/>
                </a:solidFill>
                <a:latin typeface="Arial"/>
                <a:ea typeface="Arial"/>
                <a:cs typeface="Arial"/>
              </a:defRPr>
            </a:lvl1pPr>
            <a:lvl2pPr algn="l">
              <a:defRPr sz="1275" b="0">
                <a:solidFill>
                  <a:srgbClr val="18312A"/>
                </a:solidFill>
                <a:latin typeface="Arial"/>
                <a:ea typeface="Arial"/>
                <a:cs typeface="Arial"/>
              </a:defRPr>
            </a:lvl2pPr>
            <a:lvl3pPr algn="l">
              <a:defRPr sz="1275" b="0">
                <a:solidFill>
                  <a:srgbClr val="18312A"/>
                </a:solidFill>
                <a:latin typeface="Arial"/>
                <a:ea typeface="Arial"/>
                <a:cs typeface="Arial"/>
              </a:defRPr>
            </a:lvl3pPr>
            <a:lvl4pPr algn="l">
              <a:defRPr sz="1275" b="0">
                <a:solidFill>
                  <a:srgbClr val="18312A"/>
                </a:solidFill>
                <a:latin typeface="Arial"/>
                <a:ea typeface="Arial"/>
                <a:cs typeface="Arial"/>
              </a:defRPr>
            </a:lvl4pPr>
            <a:lvl5pPr algn="l">
              <a:defRPr sz="1275" b="0">
                <a:solidFill>
                  <a:srgbClr val="18312A"/>
                </a:solidFill>
                <a:latin typeface="Arial"/>
                <a:ea typeface="Arial"/>
                <a:cs typeface="Arial"/>
              </a:defRPr>
            </a:lvl5pPr>
            <a:lvl6pPr algn="l">
              <a:defRPr sz="1275" b="0">
                <a:solidFill>
                  <a:srgbClr val="18312A"/>
                </a:solidFill>
                <a:latin typeface="Arial"/>
                <a:ea typeface="Arial"/>
                <a:cs typeface="Arial"/>
              </a:defRPr>
            </a:lvl6pPr>
            <a:lvl7pPr algn="l">
              <a:defRPr sz="1275" b="0">
                <a:solidFill>
                  <a:srgbClr val="18312A"/>
                </a:solidFill>
                <a:latin typeface="Arial"/>
                <a:ea typeface="Arial"/>
                <a:cs typeface="Arial"/>
              </a:defRPr>
            </a:lvl7pPr>
            <a:lvl8pPr algn="l">
              <a:defRPr sz="1275" b="0">
                <a:solidFill>
                  <a:srgbClr val="18312A"/>
                </a:solidFill>
                <a:latin typeface="Arial"/>
                <a:ea typeface="Arial"/>
                <a:cs typeface="Arial"/>
              </a:defRPr>
            </a:lvl8pPr>
            <a:lvl9pPr algn="l">
              <a:defRPr sz="1275" b="0">
                <a:solidFill>
                  <a:srgbClr val="18312A"/>
                </a:solidFill>
                <a:latin typeface="Arial"/>
                <a:ea typeface="Arial"/>
                <a:cs typeface="Arial"/>
              </a:defRPr>
            </a:lvl9pPr>
          </a:lstStyle>
          <a:p xmlns:a="http://schemas.openxmlformats.org/drawingml/2006/main">
            <a:pPr algn="l">
              <a:defRPr sz="1275" b="0">
                <a:solidFill>
                  <a:srgbClr val="18312A"/>
                </a:solidFill>
                <a:latin typeface="Arial"/>
                <a:ea typeface="Arial"/>
                <a:cs typeface="Arial"/>
              </a:defRPr>
            </a:pPr>
            <a:r>
              <a:rPr sz="1275" b="0">
                <a:solidFill>
                  <a:srgbClr val="18312A"/>
                </a:solidFill>
                <a:latin typeface="Arial"/>
                <a:ea typeface="Arial"/>
                <a:cs typeface="Arial"/>
              </a:rPr>
              <a:t>Triggers validate cross-table rules, enforce workflow transitions, and maintain complaint history.</a:t>
            </a:r>
          </a:p>
        </p:txBody>
      </p:sp>
    </p:spTree>
    <p:extLst>
      <p:ext uri="{BB962C8B-B14F-4D97-AF65-F5344CB8AC3E}">
        <p14:creationId xmlns:p14="http://schemas.microsoft.com/office/powerpoint/2010/main" val="1120723686"/>
      </p:ext>
    </p:extLst>
  </p:cSld>
</p:sld>
</file>

<file path=ppt/slides/slide9.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33" name="top-rule-9">
            <a:extLst xmlns:a="http://schemas.openxmlformats.org/drawingml/2006/main">
              <a:ext uri="{FF2B5EF4-FFF2-40B4-BE49-F238E27FC236}">
                <a16:creationId xmlns:a16="http://schemas.microsoft.com/office/drawing/2014/main" id="{3EE366B5-DEFE-41D5-99C3-AB67859429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9">
            <a:extLst xmlns:a="http://schemas.openxmlformats.org/drawingml/2006/main">
              <a:ext uri="{FF2B5EF4-FFF2-40B4-BE49-F238E27FC236}">
                <a16:creationId xmlns:a16="http://schemas.microsoft.com/office/drawing/2014/main" id="{A6FC7B19-6F33-4878-BE2D-0594F295B798}"/>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08  /  EVIDENCE AND SAFEGUARDS</a:t>
            </a:r>
          </a:p>
        </p:txBody>
      </p:sp>
      <p:sp>
        <p:nvSpPr>
          <p:cNvPr id="3" name="title-9">
            <a:extLst xmlns:a="http://schemas.openxmlformats.org/drawingml/2006/main">
              <a:ext uri="{FF2B5EF4-FFF2-40B4-BE49-F238E27FC236}">
                <a16:creationId xmlns:a16="http://schemas.microsoft.com/office/drawing/2014/main" id="{3759E990-9184-4905-B26B-33F1F543F9CD}"/>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Testing and validation</a:t>
            </a:r>
          </a:p>
        </p:txBody>
      </p:sp>
      <p:sp>
        <p:nvSpPr>
          <p:cNvPr id="4" name="subtitle-9">
            <a:extLst xmlns:a="http://schemas.openxmlformats.org/drawingml/2006/main">
              <a:ext uri="{FF2B5EF4-FFF2-40B4-BE49-F238E27FC236}">
                <a16:creationId xmlns:a16="http://schemas.microsoft.com/office/drawing/2014/main" id="{3ECD2CFE-C318-4EFB-A412-D1B1F7463461}"/>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Database checks were verified against the current local dataset.</a:t>
            </a:r>
          </a:p>
        </p:txBody>
      </p:sp>
      <p:sp>
        <p:nvSpPr>
          <p:cNvPr id="5" name="header-rule-9">
            <a:extLst xmlns:a="http://schemas.openxmlformats.org/drawingml/2006/main">
              <a:ext uri="{FF2B5EF4-FFF2-40B4-BE49-F238E27FC236}">
                <a16:creationId xmlns:a16="http://schemas.microsoft.com/office/drawing/2014/main" id="{2A02684F-2D57-4B40-8046-DBE359182AB8}"/>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9">
            <a:extLst xmlns:a="http://schemas.openxmlformats.org/drawingml/2006/main">
              <a:ext uri="{FF2B5EF4-FFF2-40B4-BE49-F238E27FC236}">
                <a16:creationId xmlns:a16="http://schemas.microsoft.com/office/drawing/2014/main" id="{77092069-045D-4CA7-8229-7CCDE5C2722F}"/>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9">
            <a:extLst xmlns:a="http://schemas.openxmlformats.org/drawingml/2006/main">
              <a:ext uri="{FF2B5EF4-FFF2-40B4-BE49-F238E27FC236}">
                <a16:creationId xmlns:a16="http://schemas.microsoft.com/office/drawing/2014/main" id="{93DB7C13-01BD-48AD-96A3-F6573824991F}"/>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09</a:t>
            </a:r>
          </a:p>
        </p:txBody>
      </p:sp>
      <p:sp>
        <p:nvSpPr>
          <p:cNvPr id="8" name="validation-live-head">
            <a:extLst xmlns:a="http://schemas.openxmlformats.org/drawingml/2006/main">
              <a:ext uri="{FF2B5EF4-FFF2-40B4-BE49-F238E27FC236}">
                <a16:creationId xmlns:a16="http://schemas.microsoft.com/office/drawing/2014/main" id="{B1390E0D-43C9-46B6-9966-2C0D0EB8765F}"/>
              </a:ext>
            </a:extLst>
          </p:cNvPr>
          <p:cNvSpPr>
            <a:spLocks xmlns:a="http://schemas.openxmlformats.org/drawingml/2006/main" noGrp="1"/>
          </p:cNvSpPr>
          <p:nvPr/>
        </p:nvSpPr>
        <p:spPr>
          <a:xfrm xmlns:a="http://schemas.openxmlformats.org/drawingml/2006/main">
            <a:off x="800100" y="184785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VERIFIED IN THE LOCAL DATABASE</a:t>
            </a:r>
          </a:p>
        </p:txBody>
      </p:sp>
      <p:sp>
        <p:nvSpPr>
          <p:cNvPr id="9" name="val-num-0">
            <a:extLst xmlns:a="http://schemas.openxmlformats.org/drawingml/2006/main">
              <a:ext uri="{FF2B5EF4-FFF2-40B4-BE49-F238E27FC236}">
                <a16:creationId xmlns:a16="http://schemas.microsoft.com/office/drawing/2014/main" id="{69FC33FE-21DC-4D12-83E0-41D6B64F4B6C}"/>
              </a:ext>
            </a:extLst>
          </p:cNvPr>
          <p:cNvSpPr>
            <a:spLocks xmlns:a="http://schemas.openxmlformats.org/drawingml/2006/main" noGrp="1"/>
          </p:cNvSpPr>
          <p:nvPr/>
        </p:nvSpPr>
        <p:spPr>
          <a:xfrm xmlns:a="http://schemas.openxmlformats.org/drawingml/2006/main">
            <a:off x="819150" y="230505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164A3A"/>
                </a:solidFill>
                <a:latin typeface="Arial"/>
                <a:ea typeface="Arial"/>
                <a:cs typeface="Arial"/>
              </a:defRPr>
            </a:defPPr>
            <a:lvl1pPr algn="l">
              <a:defRPr sz="2475" b="1">
                <a:solidFill>
                  <a:srgbClr val="164A3A"/>
                </a:solidFill>
                <a:latin typeface="Arial"/>
                <a:ea typeface="Arial"/>
                <a:cs typeface="Arial"/>
              </a:defRPr>
            </a:lvl1pPr>
            <a:lvl2pPr algn="l">
              <a:defRPr sz="2475" b="1">
                <a:solidFill>
                  <a:srgbClr val="164A3A"/>
                </a:solidFill>
                <a:latin typeface="Arial"/>
                <a:ea typeface="Arial"/>
                <a:cs typeface="Arial"/>
              </a:defRPr>
            </a:lvl2pPr>
            <a:lvl3pPr algn="l">
              <a:defRPr sz="2475" b="1">
                <a:solidFill>
                  <a:srgbClr val="164A3A"/>
                </a:solidFill>
                <a:latin typeface="Arial"/>
                <a:ea typeface="Arial"/>
                <a:cs typeface="Arial"/>
              </a:defRPr>
            </a:lvl3pPr>
            <a:lvl4pPr algn="l">
              <a:defRPr sz="2475" b="1">
                <a:solidFill>
                  <a:srgbClr val="164A3A"/>
                </a:solidFill>
                <a:latin typeface="Arial"/>
                <a:ea typeface="Arial"/>
                <a:cs typeface="Arial"/>
              </a:defRPr>
            </a:lvl4pPr>
            <a:lvl5pPr algn="l">
              <a:defRPr sz="2475" b="1">
                <a:solidFill>
                  <a:srgbClr val="164A3A"/>
                </a:solidFill>
                <a:latin typeface="Arial"/>
                <a:ea typeface="Arial"/>
                <a:cs typeface="Arial"/>
              </a:defRPr>
            </a:lvl5pPr>
            <a:lvl6pPr algn="l">
              <a:defRPr sz="2475" b="1">
                <a:solidFill>
                  <a:srgbClr val="164A3A"/>
                </a:solidFill>
                <a:latin typeface="Arial"/>
                <a:ea typeface="Arial"/>
                <a:cs typeface="Arial"/>
              </a:defRPr>
            </a:lvl6pPr>
            <a:lvl7pPr algn="l">
              <a:defRPr sz="2475" b="1">
                <a:solidFill>
                  <a:srgbClr val="164A3A"/>
                </a:solidFill>
                <a:latin typeface="Arial"/>
                <a:ea typeface="Arial"/>
                <a:cs typeface="Arial"/>
              </a:defRPr>
            </a:lvl7pPr>
            <a:lvl8pPr algn="l">
              <a:defRPr sz="2475" b="1">
                <a:solidFill>
                  <a:srgbClr val="164A3A"/>
                </a:solidFill>
                <a:latin typeface="Arial"/>
                <a:ea typeface="Arial"/>
                <a:cs typeface="Arial"/>
              </a:defRPr>
            </a:lvl8pPr>
            <a:lvl9pPr algn="l">
              <a:defRPr sz="2475" b="1">
                <a:solidFill>
                  <a:srgbClr val="164A3A"/>
                </a:solidFill>
                <a:latin typeface="Arial"/>
                <a:ea typeface="Arial"/>
                <a:cs typeface="Arial"/>
              </a:defRPr>
            </a:lvl9pPr>
          </a:lstStyle>
          <a:p xmlns:a="http://schemas.openxmlformats.org/drawingml/2006/main">
            <a:pPr algn="l">
              <a:defRPr sz="2475" b="1">
                <a:solidFill>
                  <a:srgbClr val="164A3A"/>
                </a:solidFill>
                <a:latin typeface="Arial"/>
                <a:ea typeface="Arial"/>
                <a:cs typeface="Arial"/>
              </a:defRPr>
            </a:pPr>
            <a:r>
              <a:rPr sz="2475" b="1">
                <a:solidFill>
                  <a:srgbClr val="164A3A"/>
                </a:solidFill>
                <a:latin typeface="Arial"/>
                <a:ea typeface="Arial"/>
                <a:cs typeface="Arial"/>
              </a:rPr>
              <a:t>150</a:t>
            </a:r>
          </a:p>
        </p:txBody>
      </p:sp>
      <p:sp>
        <p:nvSpPr>
          <p:cNvPr id="10" name="val-label-0">
            <a:extLst xmlns:a="http://schemas.openxmlformats.org/drawingml/2006/main">
              <a:ext uri="{FF2B5EF4-FFF2-40B4-BE49-F238E27FC236}">
                <a16:creationId xmlns:a16="http://schemas.microsoft.com/office/drawing/2014/main" id="{A05BCBD3-06BB-4240-A989-308E869BEDCD}"/>
              </a:ext>
            </a:extLst>
          </p:cNvPr>
          <p:cNvSpPr>
            <a:spLocks xmlns:a="http://schemas.openxmlformats.org/drawingml/2006/main" noGrp="1"/>
          </p:cNvSpPr>
          <p:nvPr/>
        </p:nvSpPr>
        <p:spPr>
          <a:xfrm xmlns:a="http://schemas.openxmlformats.org/drawingml/2006/main">
            <a:off x="1885950" y="23431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active students: 50 in each block</a:t>
            </a:r>
          </a:p>
        </p:txBody>
      </p:sp>
      <p:sp>
        <p:nvSpPr>
          <p:cNvPr id="11" name="val-line-0">
            <a:extLst xmlns:a="http://schemas.openxmlformats.org/drawingml/2006/main">
              <a:ext uri="{FF2B5EF4-FFF2-40B4-BE49-F238E27FC236}">
                <a16:creationId xmlns:a16="http://schemas.microsoft.com/office/drawing/2014/main" id="{1B2BBEC4-B4EA-44C7-A7F4-0DFD1E4201E6}"/>
              </a:ext>
            </a:extLst>
          </p:cNvPr>
          <p:cNvSpPr>
            <a:spLocks xmlns:a="http://schemas.openxmlformats.org/drawingml/2006/main" noGrp="1"/>
          </p:cNvSpPr>
          <p:nvPr/>
        </p:nvSpPr>
        <p:spPr>
          <a:xfrm xmlns:a="http://schemas.openxmlformats.org/drawingml/2006/main">
            <a:off x="819150" y="2847975"/>
            <a:ext cx="46863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2" name="val-num-1">
            <a:extLst xmlns:a="http://schemas.openxmlformats.org/drawingml/2006/main">
              <a:ext uri="{FF2B5EF4-FFF2-40B4-BE49-F238E27FC236}">
                <a16:creationId xmlns:a16="http://schemas.microsoft.com/office/drawing/2014/main" id="{FA4A09CB-4872-4FA5-9465-0B78FC24D6A0}"/>
              </a:ext>
            </a:extLst>
          </p:cNvPr>
          <p:cNvSpPr>
            <a:spLocks xmlns:a="http://schemas.openxmlformats.org/drawingml/2006/main" noGrp="1"/>
          </p:cNvSpPr>
          <p:nvPr/>
        </p:nvSpPr>
        <p:spPr>
          <a:xfrm xmlns:a="http://schemas.openxmlformats.org/drawingml/2006/main">
            <a:off x="819150" y="3019425"/>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164A3A"/>
                </a:solidFill>
                <a:latin typeface="Arial"/>
                <a:ea typeface="Arial"/>
                <a:cs typeface="Arial"/>
              </a:defRPr>
            </a:defPPr>
            <a:lvl1pPr algn="l">
              <a:defRPr sz="2475" b="1">
                <a:solidFill>
                  <a:srgbClr val="164A3A"/>
                </a:solidFill>
                <a:latin typeface="Arial"/>
                <a:ea typeface="Arial"/>
                <a:cs typeface="Arial"/>
              </a:defRPr>
            </a:lvl1pPr>
            <a:lvl2pPr algn="l">
              <a:defRPr sz="2475" b="1">
                <a:solidFill>
                  <a:srgbClr val="164A3A"/>
                </a:solidFill>
                <a:latin typeface="Arial"/>
                <a:ea typeface="Arial"/>
                <a:cs typeface="Arial"/>
              </a:defRPr>
            </a:lvl2pPr>
            <a:lvl3pPr algn="l">
              <a:defRPr sz="2475" b="1">
                <a:solidFill>
                  <a:srgbClr val="164A3A"/>
                </a:solidFill>
                <a:latin typeface="Arial"/>
                <a:ea typeface="Arial"/>
                <a:cs typeface="Arial"/>
              </a:defRPr>
            </a:lvl3pPr>
            <a:lvl4pPr algn="l">
              <a:defRPr sz="2475" b="1">
                <a:solidFill>
                  <a:srgbClr val="164A3A"/>
                </a:solidFill>
                <a:latin typeface="Arial"/>
                <a:ea typeface="Arial"/>
                <a:cs typeface="Arial"/>
              </a:defRPr>
            </a:lvl4pPr>
            <a:lvl5pPr algn="l">
              <a:defRPr sz="2475" b="1">
                <a:solidFill>
                  <a:srgbClr val="164A3A"/>
                </a:solidFill>
                <a:latin typeface="Arial"/>
                <a:ea typeface="Arial"/>
                <a:cs typeface="Arial"/>
              </a:defRPr>
            </a:lvl5pPr>
            <a:lvl6pPr algn="l">
              <a:defRPr sz="2475" b="1">
                <a:solidFill>
                  <a:srgbClr val="164A3A"/>
                </a:solidFill>
                <a:latin typeface="Arial"/>
                <a:ea typeface="Arial"/>
                <a:cs typeface="Arial"/>
              </a:defRPr>
            </a:lvl6pPr>
            <a:lvl7pPr algn="l">
              <a:defRPr sz="2475" b="1">
                <a:solidFill>
                  <a:srgbClr val="164A3A"/>
                </a:solidFill>
                <a:latin typeface="Arial"/>
                <a:ea typeface="Arial"/>
                <a:cs typeface="Arial"/>
              </a:defRPr>
            </a:lvl7pPr>
            <a:lvl8pPr algn="l">
              <a:defRPr sz="2475" b="1">
                <a:solidFill>
                  <a:srgbClr val="164A3A"/>
                </a:solidFill>
                <a:latin typeface="Arial"/>
                <a:ea typeface="Arial"/>
                <a:cs typeface="Arial"/>
              </a:defRPr>
            </a:lvl8pPr>
            <a:lvl9pPr algn="l">
              <a:defRPr sz="2475" b="1">
                <a:solidFill>
                  <a:srgbClr val="164A3A"/>
                </a:solidFill>
                <a:latin typeface="Arial"/>
                <a:ea typeface="Arial"/>
                <a:cs typeface="Arial"/>
              </a:defRPr>
            </a:lvl9pPr>
          </a:lstStyle>
          <a:p xmlns:a="http://schemas.openxmlformats.org/drawingml/2006/main">
            <a:pPr algn="l">
              <a:defRPr sz="2475" b="1">
                <a:solidFill>
                  <a:srgbClr val="164A3A"/>
                </a:solidFill>
                <a:latin typeface="Arial"/>
                <a:ea typeface="Arial"/>
                <a:cs typeface="Arial"/>
              </a:defRPr>
            </a:pPr>
            <a:r>
              <a:rPr sz="2475" b="1">
                <a:solidFill>
                  <a:srgbClr val="164A3A"/>
                </a:solidFill>
                <a:latin typeface="Arial"/>
                <a:ea typeface="Arial"/>
                <a:cs typeface="Arial"/>
              </a:rPr>
              <a:t>15</a:t>
            </a:r>
          </a:p>
        </p:txBody>
      </p:sp>
      <p:sp>
        <p:nvSpPr>
          <p:cNvPr id="13" name="val-label-1">
            <a:extLst xmlns:a="http://schemas.openxmlformats.org/drawingml/2006/main">
              <a:ext uri="{FF2B5EF4-FFF2-40B4-BE49-F238E27FC236}">
                <a16:creationId xmlns:a16="http://schemas.microsoft.com/office/drawing/2014/main" id="{8D2CAF36-A7A6-43AF-8B21-C87FF5E62B65}"/>
              </a:ext>
            </a:extLst>
          </p:cNvPr>
          <p:cNvSpPr>
            <a:spLocks xmlns:a="http://schemas.openxmlformats.org/drawingml/2006/main" noGrp="1"/>
          </p:cNvSpPr>
          <p:nvPr/>
        </p:nvSpPr>
        <p:spPr>
          <a:xfrm xmlns:a="http://schemas.openxmlformats.org/drawingml/2006/main">
            <a:off x="1885950" y="305752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active workers: 5 in each block</a:t>
            </a:r>
          </a:p>
        </p:txBody>
      </p:sp>
      <p:sp>
        <p:nvSpPr>
          <p:cNvPr id="14" name="val-line-1">
            <a:extLst xmlns:a="http://schemas.openxmlformats.org/drawingml/2006/main">
              <a:ext uri="{FF2B5EF4-FFF2-40B4-BE49-F238E27FC236}">
                <a16:creationId xmlns:a16="http://schemas.microsoft.com/office/drawing/2014/main" id="{88F6E9DC-D6C2-4AD3-985F-E36A0199835A}"/>
              </a:ext>
            </a:extLst>
          </p:cNvPr>
          <p:cNvSpPr>
            <a:spLocks xmlns:a="http://schemas.openxmlformats.org/drawingml/2006/main" noGrp="1"/>
          </p:cNvSpPr>
          <p:nvPr/>
        </p:nvSpPr>
        <p:spPr>
          <a:xfrm xmlns:a="http://schemas.openxmlformats.org/drawingml/2006/main">
            <a:off x="819150" y="3562350"/>
            <a:ext cx="46863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5" name="val-num-2">
            <a:extLst xmlns:a="http://schemas.openxmlformats.org/drawingml/2006/main">
              <a:ext uri="{FF2B5EF4-FFF2-40B4-BE49-F238E27FC236}">
                <a16:creationId xmlns:a16="http://schemas.microsoft.com/office/drawing/2014/main" id="{0947492A-9E02-4B2F-A331-5D729B9E379C}"/>
              </a:ext>
            </a:extLst>
          </p:cNvPr>
          <p:cNvSpPr>
            <a:spLocks xmlns:a="http://schemas.openxmlformats.org/drawingml/2006/main" noGrp="1"/>
          </p:cNvSpPr>
          <p:nvPr/>
        </p:nvSpPr>
        <p:spPr>
          <a:xfrm xmlns:a="http://schemas.openxmlformats.org/drawingml/2006/main">
            <a:off x="819150" y="37338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164A3A"/>
                </a:solidFill>
                <a:latin typeface="Arial"/>
                <a:ea typeface="Arial"/>
                <a:cs typeface="Arial"/>
              </a:defRPr>
            </a:defPPr>
            <a:lvl1pPr algn="l">
              <a:defRPr sz="2475" b="1">
                <a:solidFill>
                  <a:srgbClr val="164A3A"/>
                </a:solidFill>
                <a:latin typeface="Arial"/>
                <a:ea typeface="Arial"/>
                <a:cs typeface="Arial"/>
              </a:defRPr>
            </a:lvl1pPr>
            <a:lvl2pPr algn="l">
              <a:defRPr sz="2475" b="1">
                <a:solidFill>
                  <a:srgbClr val="164A3A"/>
                </a:solidFill>
                <a:latin typeface="Arial"/>
                <a:ea typeface="Arial"/>
                <a:cs typeface="Arial"/>
              </a:defRPr>
            </a:lvl2pPr>
            <a:lvl3pPr algn="l">
              <a:defRPr sz="2475" b="1">
                <a:solidFill>
                  <a:srgbClr val="164A3A"/>
                </a:solidFill>
                <a:latin typeface="Arial"/>
                <a:ea typeface="Arial"/>
                <a:cs typeface="Arial"/>
              </a:defRPr>
            </a:lvl3pPr>
            <a:lvl4pPr algn="l">
              <a:defRPr sz="2475" b="1">
                <a:solidFill>
                  <a:srgbClr val="164A3A"/>
                </a:solidFill>
                <a:latin typeface="Arial"/>
                <a:ea typeface="Arial"/>
                <a:cs typeface="Arial"/>
              </a:defRPr>
            </a:lvl4pPr>
            <a:lvl5pPr algn="l">
              <a:defRPr sz="2475" b="1">
                <a:solidFill>
                  <a:srgbClr val="164A3A"/>
                </a:solidFill>
                <a:latin typeface="Arial"/>
                <a:ea typeface="Arial"/>
                <a:cs typeface="Arial"/>
              </a:defRPr>
            </a:lvl5pPr>
            <a:lvl6pPr algn="l">
              <a:defRPr sz="2475" b="1">
                <a:solidFill>
                  <a:srgbClr val="164A3A"/>
                </a:solidFill>
                <a:latin typeface="Arial"/>
                <a:ea typeface="Arial"/>
                <a:cs typeface="Arial"/>
              </a:defRPr>
            </a:lvl6pPr>
            <a:lvl7pPr algn="l">
              <a:defRPr sz="2475" b="1">
                <a:solidFill>
                  <a:srgbClr val="164A3A"/>
                </a:solidFill>
                <a:latin typeface="Arial"/>
                <a:ea typeface="Arial"/>
                <a:cs typeface="Arial"/>
              </a:defRPr>
            </a:lvl7pPr>
            <a:lvl8pPr algn="l">
              <a:defRPr sz="2475" b="1">
                <a:solidFill>
                  <a:srgbClr val="164A3A"/>
                </a:solidFill>
                <a:latin typeface="Arial"/>
                <a:ea typeface="Arial"/>
                <a:cs typeface="Arial"/>
              </a:defRPr>
            </a:lvl8pPr>
            <a:lvl9pPr algn="l">
              <a:defRPr sz="2475" b="1">
                <a:solidFill>
                  <a:srgbClr val="164A3A"/>
                </a:solidFill>
                <a:latin typeface="Arial"/>
                <a:ea typeface="Arial"/>
                <a:cs typeface="Arial"/>
              </a:defRPr>
            </a:lvl9pPr>
          </a:lstStyle>
          <a:p xmlns:a="http://schemas.openxmlformats.org/drawingml/2006/main">
            <a:pPr algn="l">
              <a:defRPr sz="2475" b="1">
                <a:solidFill>
                  <a:srgbClr val="164A3A"/>
                </a:solidFill>
                <a:latin typeface="Arial"/>
                <a:ea typeface="Arial"/>
                <a:cs typeface="Arial"/>
              </a:defRPr>
            </a:pPr>
            <a:r>
              <a:rPr sz="2475" b="1">
                <a:solidFill>
                  <a:srgbClr val="164A3A"/>
                </a:solidFill>
                <a:latin typeface="Arial"/>
                <a:ea typeface="Arial"/>
                <a:cs typeface="Arial"/>
              </a:rPr>
              <a:t>3</a:t>
            </a:r>
          </a:p>
        </p:txBody>
      </p:sp>
      <p:sp>
        <p:nvSpPr>
          <p:cNvPr id="16" name="val-label-2">
            <a:extLst xmlns:a="http://schemas.openxmlformats.org/drawingml/2006/main">
              <a:ext uri="{FF2B5EF4-FFF2-40B4-BE49-F238E27FC236}">
                <a16:creationId xmlns:a16="http://schemas.microsoft.com/office/drawing/2014/main" id="{29A64B2A-A09E-4780-A474-6966307B3E6E}"/>
              </a:ext>
            </a:extLst>
          </p:cNvPr>
          <p:cNvSpPr>
            <a:spLocks xmlns:a="http://schemas.openxmlformats.org/drawingml/2006/main" noGrp="1"/>
          </p:cNvSpPr>
          <p:nvPr/>
        </p:nvSpPr>
        <p:spPr>
          <a:xfrm xmlns:a="http://schemas.openxmlformats.org/drawingml/2006/main">
            <a:off x="1885950" y="37719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active wardens: one assigned per block</a:t>
            </a:r>
          </a:p>
        </p:txBody>
      </p:sp>
      <p:sp>
        <p:nvSpPr>
          <p:cNvPr id="17" name="val-line-2">
            <a:extLst xmlns:a="http://schemas.openxmlformats.org/drawingml/2006/main">
              <a:ext uri="{FF2B5EF4-FFF2-40B4-BE49-F238E27FC236}">
                <a16:creationId xmlns:a16="http://schemas.microsoft.com/office/drawing/2014/main" id="{1484FE9D-AFDA-4A61-9B24-54DD4E23D7D8}"/>
              </a:ext>
            </a:extLst>
          </p:cNvPr>
          <p:cNvSpPr>
            <a:spLocks xmlns:a="http://schemas.openxmlformats.org/drawingml/2006/main" noGrp="1"/>
          </p:cNvSpPr>
          <p:nvPr/>
        </p:nvSpPr>
        <p:spPr>
          <a:xfrm xmlns:a="http://schemas.openxmlformats.org/drawingml/2006/main">
            <a:off x="819150" y="4276725"/>
            <a:ext cx="46863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18" name="val-num-3">
            <a:extLst xmlns:a="http://schemas.openxmlformats.org/drawingml/2006/main">
              <a:ext uri="{FF2B5EF4-FFF2-40B4-BE49-F238E27FC236}">
                <a16:creationId xmlns:a16="http://schemas.microsoft.com/office/drawing/2014/main" id="{E6B4D7EC-B451-415E-BBE3-143E20750D9E}"/>
              </a:ext>
            </a:extLst>
          </p:cNvPr>
          <p:cNvSpPr>
            <a:spLocks xmlns:a="http://schemas.openxmlformats.org/drawingml/2006/main" noGrp="1"/>
          </p:cNvSpPr>
          <p:nvPr/>
        </p:nvSpPr>
        <p:spPr>
          <a:xfrm xmlns:a="http://schemas.openxmlformats.org/drawingml/2006/main">
            <a:off x="819150" y="4448175"/>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164A3A"/>
                </a:solidFill>
                <a:latin typeface="Arial"/>
                <a:ea typeface="Arial"/>
                <a:cs typeface="Arial"/>
              </a:defRPr>
            </a:defPPr>
            <a:lvl1pPr algn="l">
              <a:defRPr sz="2475" b="1">
                <a:solidFill>
                  <a:srgbClr val="164A3A"/>
                </a:solidFill>
                <a:latin typeface="Arial"/>
                <a:ea typeface="Arial"/>
                <a:cs typeface="Arial"/>
              </a:defRPr>
            </a:lvl1pPr>
            <a:lvl2pPr algn="l">
              <a:defRPr sz="2475" b="1">
                <a:solidFill>
                  <a:srgbClr val="164A3A"/>
                </a:solidFill>
                <a:latin typeface="Arial"/>
                <a:ea typeface="Arial"/>
                <a:cs typeface="Arial"/>
              </a:defRPr>
            </a:lvl2pPr>
            <a:lvl3pPr algn="l">
              <a:defRPr sz="2475" b="1">
                <a:solidFill>
                  <a:srgbClr val="164A3A"/>
                </a:solidFill>
                <a:latin typeface="Arial"/>
                <a:ea typeface="Arial"/>
                <a:cs typeface="Arial"/>
              </a:defRPr>
            </a:lvl3pPr>
            <a:lvl4pPr algn="l">
              <a:defRPr sz="2475" b="1">
                <a:solidFill>
                  <a:srgbClr val="164A3A"/>
                </a:solidFill>
                <a:latin typeface="Arial"/>
                <a:ea typeface="Arial"/>
                <a:cs typeface="Arial"/>
              </a:defRPr>
            </a:lvl4pPr>
            <a:lvl5pPr algn="l">
              <a:defRPr sz="2475" b="1">
                <a:solidFill>
                  <a:srgbClr val="164A3A"/>
                </a:solidFill>
                <a:latin typeface="Arial"/>
                <a:ea typeface="Arial"/>
                <a:cs typeface="Arial"/>
              </a:defRPr>
            </a:lvl5pPr>
            <a:lvl6pPr algn="l">
              <a:defRPr sz="2475" b="1">
                <a:solidFill>
                  <a:srgbClr val="164A3A"/>
                </a:solidFill>
                <a:latin typeface="Arial"/>
                <a:ea typeface="Arial"/>
                <a:cs typeface="Arial"/>
              </a:defRPr>
            </a:lvl6pPr>
            <a:lvl7pPr algn="l">
              <a:defRPr sz="2475" b="1">
                <a:solidFill>
                  <a:srgbClr val="164A3A"/>
                </a:solidFill>
                <a:latin typeface="Arial"/>
                <a:ea typeface="Arial"/>
                <a:cs typeface="Arial"/>
              </a:defRPr>
            </a:lvl7pPr>
            <a:lvl8pPr algn="l">
              <a:defRPr sz="2475" b="1">
                <a:solidFill>
                  <a:srgbClr val="164A3A"/>
                </a:solidFill>
                <a:latin typeface="Arial"/>
                <a:ea typeface="Arial"/>
                <a:cs typeface="Arial"/>
              </a:defRPr>
            </a:lvl8pPr>
            <a:lvl9pPr algn="l">
              <a:defRPr sz="2475" b="1">
                <a:solidFill>
                  <a:srgbClr val="164A3A"/>
                </a:solidFill>
                <a:latin typeface="Arial"/>
                <a:ea typeface="Arial"/>
                <a:cs typeface="Arial"/>
              </a:defRPr>
            </a:lvl9pPr>
          </a:lstStyle>
          <a:p xmlns:a="http://schemas.openxmlformats.org/drawingml/2006/main">
            <a:pPr algn="l">
              <a:defRPr sz="2475" b="1">
                <a:solidFill>
                  <a:srgbClr val="164A3A"/>
                </a:solidFill>
                <a:latin typeface="Arial"/>
                <a:ea typeface="Arial"/>
                <a:cs typeface="Arial"/>
              </a:defRPr>
            </a:pPr>
            <a:r>
              <a:rPr sz="2475" b="1">
                <a:solidFill>
                  <a:srgbClr val="164A3A"/>
                </a:solidFill>
                <a:latin typeface="Arial"/>
                <a:ea typeface="Arial"/>
                <a:cs typeface="Arial"/>
              </a:rPr>
              <a:t>0</a:t>
            </a:r>
          </a:p>
        </p:txBody>
      </p:sp>
      <p:sp>
        <p:nvSpPr>
          <p:cNvPr id="19" name="val-label-3">
            <a:extLst xmlns:a="http://schemas.openxmlformats.org/drawingml/2006/main">
              <a:ext uri="{FF2B5EF4-FFF2-40B4-BE49-F238E27FC236}">
                <a16:creationId xmlns:a16="http://schemas.microsoft.com/office/drawing/2014/main" id="{EDF1E306-335C-4F0E-8F3E-74258E83F586}"/>
              </a:ext>
            </a:extLst>
          </p:cNvPr>
          <p:cNvSpPr>
            <a:spLocks xmlns:a="http://schemas.openxmlformats.org/drawingml/2006/main" noGrp="1"/>
          </p:cNvSpPr>
          <p:nvPr/>
        </p:nvSpPr>
        <p:spPr>
          <a:xfrm xmlns:a="http://schemas.openxmlformats.org/drawingml/2006/main">
            <a:off x="1885950" y="448627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rooms found above capacity</a:t>
            </a:r>
          </a:p>
        </p:txBody>
      </p:sp>
      <p:sp>
        <p:nvSpPr>
          <p:cNvPr id="20" name="val-divider">
            <a:extLst xmlns:a="http://schemas.openxmlformats.org/drawingml/2006/main">
              <a:ext uri="{FF2B5EF4-FFF2-40B4-BE49-F238E27FC236}">
                <a16:creationId xmlns:a16="http://schemas.microsoft.com/office/drawing/2014/main" id="{09C17CB4-26AA-4257-BB8C-DDCE43820F70}"/>
              </a:ext>
            </a:extLst>
          </p:cNvPr>
          <p:cNvSpPr>
            <a:spLocks xmlns:a="http://schemas.openxmlformats.org/drawingml/2006/main" noGrp="1"/>
          </p:cNvSpPr>
          <p:nvPr/>
        </p:nvSpPr>
        <p:spPr>
          <a:xfrm xmlns:a="http://schemas.openxmlformats.org/drawingml/2006/main">
            <a:off x="5905500" y="1857375"/>
            <a:ext cx="19050" cy="327660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1" name="validation-rules-head">
            <a:extLst xmlns:a="http://schemas.openxmlformats.org/drawingml/2006/main">
              <a:ext uri="{FF2B5EF4-FFF2-40B4-BE49-F238E27FC236}">
                <a16:creationId xmlns:a16="http://schemas.microsoft.com/office/drawing/2014/main" id="{395AF302-5713-46B6-AFBA-4B185BBF52FA}"/>
              </a:ext>
            </a:extLst>
          </p:cNvPr>
          <p:cNvSpPr>
            <a:spLocks xmlns:a="http://schemas.openxmlformats.org/drawingml/2006/main" noGrp="1"/>
          </p:cNvSpPr>
          <p:nvPr/>
        </p:nvSpPr>
        <p:spPr>
          <a:xfrm xmlns:a="http://schemas.openxmlformats.org/drawingml/2006/main">
            <a:off x="6305550" y="1847850"/>
            <a:ext cx="500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IMPLEMENTED VALIDATION RULES</a:t>
            </a:r>
          </a:p>
        </p:txBody>
      </p:sp>
      <p:sp>
        <p:nvSpPr>
          <p:cNvPr id="22" name="val-rule1-num">
            <a:extLst xmlns:a="http://schemas.openxmlformats.org/drawingml/2006/main">
              <a:ext uri="{FF2B5EF4-FFF2-40B4-BE49-F238E27FC236}">
                <a16:creationId xmlns:a16="http://schemas.microsoft.com/office/drawing/2014/main" id="{3B46F411-16AC-4160-8703-8C7197D7477B}"/>
              </a:ext>
            </a:extLst>
          </p:cNvPr>
          <p:cNvSpPr>
            <a:spLocks xmlns:a="http://schemas.openxmlformats.org/drawingml/2006/main" noGrp="1"/>
          </p:cNvSpPr>
          <p:nvPr/>
        </p:nvSpPr>
        <p:spPr>
          <a:xfrm xmlns:a="http://schemas.openxmlformats.org/drawingml/2006/main">
            <a:off x="6305550" y="23431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01</a:t>
            </a:r>
          </a:p>
        </p:txBody>
      </p:sp>
      <p:sp>
        <p:nvSpPr>
          <p:cNvPr id="23" name="val-rule1-heading">
            <a:extLst xmlns:a="http://schemas.openxmlformats.org/drawingml/2006/main">
              <a:ext uri="{FF2B5EF4-FFF2-40B4-BE49-F238E27FC236}">
                <a16:creationId xmlns:a16="http://schemas.microsoft.com/office/drawing/2014/main" id="{E2207485-15DC-49A5-8379-A3FE7F0A7B97}"/>
              </a:ext>
            </a:extLst>
          </p:cNvPr>
          <p:cNvSpPr>
            <a:spLocks xmlns:a="http://schemas.openxmlformats.org/drawingml/2006/main" noGrp="1"/>
          </p:cNvSpPr>
          <p:nvPr/>
        </p:nvSpPr>
        <p:spPr>
          <a:xfrm xmlns:a="http://schemas.openxmlformats.org/drawingml/2006/main">
            <a:off x="6762750" y="2333625"/>
            <a:ext cx="4638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Room constraints</a:t>
            </a:r>
          </a:p>
        </p:txBody>
      </p:sp>
      <p:sp>
        <p:nvSpPr>
          <p:cNvPr id="24" name="val-rule1-body">
            <a:extLst xmlns:a="http://schemas.openxmlformats.org/drawingml/2006/main">
              <a:ext uri="{FF2B5EF4-FFF2-40B4-BE49-F238E27FC236}">
                <a16:creationId xmlns:a16="http://schemas.microsoft.com/office/drawing/2014/main" id="{B088CF20-4668-4869-A023-731290F6DE39}"/>
              </a:ext>
            </a:extLst>
          </p:cNvPr>
          <p:cNvSpPr>
            <a:spLocks xmlns:a="http://schemas.openxmlformats.org/drawingml/2006/main" noGrp="1"/>
          </p:cNvSpPr>
          <p:nvPr/>
        </p:nvSpPr>
        <p:spPr>
          <a:xfrm xmlns:a="http://schemas.openxmlformats.org/drawingml/2006/main">
            <a:off x="6762750" y="2628900"/>
            <a:ext cx="45815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Capacity, gender, active status, and one current room per student.</a:t>
            </a:r>
          </a:p>
        </p:txBody>
      </p:sp>
      <p:sp>
        <p:nvSpPr>
          <p:cNvPr id="25" name="val-rule2-num">
            <a:extLst xmlns:a="http://schemas.openxmlformats.org/drawingml/2006/main">
              <a:ext uri="{FF2B5EF4-FFF2-40B4-BE49-F238E27FC236}">
                <a16:creationId xmlns:a16="http://schemas.microsoft.com/office/drawing/2014/main" id="{E465FE30-263D-4935-901C-AE993B7B8349}"/>
              </a:ext>
            </a:extLst>
          </p:cNvPr>
          <p:cNvSpPr>
            <a:spLocks xmlns:a="http://schemas.openxmlformats.org/drawingml/2006/main" noGrp="1"/>
          </p:cNvSpPr>
          <p:nvPr/>
        </p:nvSpPr>
        <p:spPr>
          <a:xfrm xmlns:a="http://schemas.openxmlformats.org/drawingml/2006/main">
            <a:off x="6305550" y="33813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02</a:t>
            </a:r>
          </a:p>
        </p:txBody>
      </p:sp>
      <p:sp>
        <p:nvSpPr>
          <p:cNvPr id="26" name="val-rule2-heading">
            <a:extLst xmlns:a="http://schemas.openxmlformats.org/drawingml/2006/main">
              <a:ext uri="{FF2B5EF4-FFF2-40B4-BE49-F238E27FC236}">
                <a16:creationId xmlns:a16="http://schemas.microsoft.com/office/drawing/2014/main" id="{85D68F88-D84E-4D7C-AC35-1DF2BF0A2F3B}"/>
              </a:ext>
            </a:extLst>
          </p:cNvPr>
          <p:cNvSpPr>
            <a:spLocks xmlns:a="http://schemas.openxmlformats.org/drawingml/2006/main" noGrp="1"/>
          </p:cNvSpPr>
          <p:nvPr/>
        </p:nvSpPr>
        <p:spPr>
          <a:xfrm xmlns:a="http://schemas.openxmlformats.org/drawingml/2006/main">
            <a:off x="6762750" y="3371850"/>
            <a:ext cx="4638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Role and assignment guards</a:t>
            </a:r>
          </a:p>
        </p:txBody>
      </p:sp>
      <p:sp>
        <p:nvSpPr>
          <p:cNvPr id="27" name="val-rule2-body">
            <a:extLst xmlns:a="http://schemas.openxmlformats.org/drawingml/2006/main">
              <a:ext uri="{FF2B5EF4-FFF2-40B4-BE49-F238E27FC236}">
                <a16:creationId xmlns:a16="http://schemas.microsoft.com/office/drawing/2014/main" id="{217E2896-6806-4F41-BE79-B207D091B3B2}"/>
              </a:ext>
            </a:extLst>
          </p:cNvPr>
          <p:cNvSpPr>
            <a:spLocks xmlns:a="http://schemas.openxmlformats.org/drawingml/2006/main" noGrp="1"/>
          </p:cNvSpPr>
          <p:nvPr/>
        </p:nvSpPr>
        <p:spPr>
          <a:xfrm xmlns:a="http://schemas.openxmlformats.org/drawingml/2006/main">
            <a:off x="6762750" y="3667125"/>
            <a:ext cx="45815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Student/worker subtype must match role; staff must match block and category.</a:t>
            </a:r>
          </a:p>
        </p:txBody>
      </p:sp>
      <p:sp>
        <p:nvSpPr>
          <p:cNvPr id="28" name="val-rule3-num">
            <a:extLst xmlns:a="http://schemas.openxmlformats.org/drawingml/2006/main">
              <a:ext uri="{FF2B5EF4-FFF2-40B4-BE49-F238E27FC236}">
                <a16:creationId xmlns:a16="http://schemas.microsoft.com/office/drawing/2014/main" id="{46A951C7-5DCB-46FF-894C-BB423804E744}"/>
              </a:ext>
            </a:extLst>
          </p:cNvPr>
          <p:cNvSpPr>
            <a:spLocks xmlns:a="http://schemas.openxmlformats.org/drawingml/2006/main" noGrp="1"/>
          </p:cNvSpPr>
          <p:nvPr/>
        </p:nvSpPr>
        <p:spPr>
          <a:xfrm xmlns:a="http://schemas.openxmlformats.org/drawingml/2006/main">
            <a:off x="6305550" y="4419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03</a:t>
            </a:r>
          </a:p>
        </p:txBody>
      </p:sp>
      <p:sp>
        <p:nvSpPr>
          <p:cNvPr id="29" name="val-rule3-heading">
            <a:extLst xmlns:a="http://schemas.openxmlformats.org/drawingml/2006/main">
              <a:ext uri="{FF2B5EF4-FFF2-40B4-BE49-F238E27FC236}">
                <a16:creationId xmlns:a16="http://schemas.microsoft.com/office/drawing/2014/main" id="{F6566C1F-0EF9-4CC1-ACE7-AC962A01D251}"/>
              </a:ext>
            </a:extLst>
          </p:cNvPr>
          <p:cNvSpPr>
            <a:spLocks xmlns:a="http://schemas.openxmlformats.org/drawingml/2006/main" noGrp="1"/>
          </p:cNvSpPr>
          <p:nvPr/>
        </p:nvSpPr>
        <p:spPr>
          <a:xfrm xmlns:a="http://schemas.openxmlformats.org/drawingml/2006/main">
            <a:off x="6762750" y="4410075"/>
            <a:ext cx="4638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4664F"/>
                </a:solidFill>
                <a:latin typeface="Arial"/>
                <a:ea typeface="Arial"/>
                <a:cs typeface="Arial"/>
              </a:defRPr>
            </a:defPPr>
            <a:lvl1pPr algn="l">
              <a:defRPr sz="1650" b="1">
                <a:solidFill>
                  <a:srgbClr val="24664F"/>
                </a:solidFill>
                <a:latin typeface="Arial"/>
                <a:ea typeface="Arial"/>
                <a:cs typeface="Arial"/>
              </a:defRPr>
            </a:lvl1pPr>
            <a:lvl2pPr algn="l">
              <a:defRPr sz="1650" b="1">
                <a:solidFill>
                  <a:srgbClr val="24664F"/>
                </a:solidFill>
                <a:latin typeface="Arial"/>
                <a:ea typeface="Arial"/>
                <a:cs typeface="Arial"/>
              </a:defRPr>
            </a:lvl2pPr>
            <a:lvl3pPr algn="l">
              <a:defRPr sz="1650" b="1">
                <a:solidFill>
                  <a:srgbClr val="24664F"/>
                </a:solidFill>
                <a:latin typeface="Arial"/>
                <a:ea typeface="Arial"/>
                <a:cs typeface="Arial"/>
              </a:defRPr>
            </a:lvl3pPr>
            <a:lvl4pPr algn="l">
              <a:defRPr sz="1650" b="1">
                <a:solidFill>
                  <a:srgbClr val="24664F"/>
                </a:solidFill>
                <a:latin typeface="Arial"/>
                <a:ea typeface="Arial"/>
                <a:cs typeface="Arial"/>
              </a:defRPr>
            </a:lvl4pPr>
            <a:lvl5pPr algn="l">
              <a:defRPr sz="1650" b="1">
                <a:solidFill>
                  <a:srgbClr val="24664F"/>
                </a:solidFill>
                <a:latin typeface="Arial"/>
                <a:ea typeface="Arial"/>
                <a:cs typeface="Arial"/>
              </a:defRPr>
            </a:lvl5pPr>
            <a:lvl6pPr algn="l">
              <a:defRPr sz="1650" b="1">
                <a:solidFill>
                  <a:srgbClr val="24664F"/>
                </a:solidFill>
                <a:latin typeface="Arial"/>
                <a:ea typeface="Arial"/>
                <a:cs typeface="Arial"/>
              </a:defRPr>
            </a:lvl6pPr>
            <a:lvl7pPr algn="l">
              <a:defRPr sz="1650" b="1">
                <a:solidFill>
                  <a:srgbClr val="24664F"/>
                </a:solidFill>
                <a:latin typeface="Arial"/>
                <a:ea typeface="Arial"/>
                <a:cs typeface="Arial"/>
              </a:defRPr>
            </a:lvl7pPr>
            <a:lvl8pPr algn="l">
              <a:defRPr sz="1650" b="1">
                <a:solidFill>
                  <a:srgbClr val="24664F"/>
                </a:solidFill>
                <a:latin typeface="Arial"/>
                <a:ea typeface="Arial"/>
                <a:cs typeface="Arial"/>
              </a:defRPr>
            </a:lvl8pPr>
            <a:lvl9pPr algn="l">
              <a:defRPr sz="1650" b="1">
                <a:solidFill>
                  <a:srgbClr val="24664F"/>
                </a:solidFill>
                <a:latin typeface="Arial"/>
                <a:ea typeface="Arial"/>
                <a:cs typeface="Arial"/>
              </a:defRPr>
            </a:lvl9pPr>
          </a:lstStyle>
          <a:p xmlns:a="http://schemas.openxmlformats.org/drawingml/2006/main">
            <a:pPr algn="l">
              <a:defRPr sz="1650" b="1">
                <a:solidFill>
                  <a:srgbClr val="24664F"/>
                </a:solidFill>
                <a:latin typeface="Arial"/>
                <a:ea typeface="Arial"/>
                <a:cs typeface="Arial"/>
              </a:defRPr>
            </a:pPr>
            <a:r>
              <a:rPr sz="1650" b="1">
                <a:solidFill>
                  <a:srgbClr val="24664F"/>
                </a:solidFill>
                <a:latin typeface="Arial"/>
                <a:ea typeface="Arial"/>
                <a:cs typeface="Arial"/>
              </a:rPr>
              <a:t>Complaint workflow</a:t>
            </a:r>
          </a:p>
        </p:txBody>
      </p:sp>
      <p:sp>
        <p:nvSpPr>
          <p:cNvPr id="30" name="val-rule3-body">
            <a:extLst xmlns:a="http://schemas.openxmlformats.org/drawingml/2006/main">
              <a:ext uri="{FF2B5EF4-FFF2-40B4-BE49-F238E27FC236}">
                <a16:creationId xmlns:a16="http://schemas.microsoft.com/office/drawing/2014/main" id="{5BE6D437-BEF6-4877-9069-8D15188DEB55}"/>
              </a:ext>
            </a:extLst>
          </p:cNvPr>
          <p:cNvSpPr>
            <a:spLocks xmlns:a="http://schemas.openxmlformats.org/drawingml/2006/main" noGrp="1"/>
          </p:cNvSpPr>
          <p:nvPr/>
        </p:nvSpPr>
        <p:spPr>
          <a:xfrm xmlns:a="http://schemas.openxmlformats.org/drawingml/2006/main">
            <a:off x="6762750" y="4705350"/>
            <a:ext cx="45815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Allowed status transitions, owner feedback, and audit history.</a:t>
            </a:r>
          </a:p>
        </p:txBody>
      </p:sp>
      <p:sp>
        <p:nvSpPr>
          <p:cNvPr id="31" name="val-note-bg">
            <a:extLst xmlns:a="http://schemas.openxmlformats.org/drawingml/2006/main">
              <a:ext uri="{FF2B5EF4-FFF2-40B4-BE49-F238E27FC236}">
                <a16:creationId xmlns:a16="http://schemas.microsoft.com/office/drawing/2014/main" id="{CA9A7E9C-49B7-4C92-ABAE-37863BB4A9A6}"/>
              </a:ext>
            </a:extLst>
          </p:cNvPr>
          <p:cNvSpPr>
            <a:spLocks xmlns:a="http://schemas.openxmlformats.org/drawingml/2006/main" noGrp="1"/>
          </p:cNvSpPr>
          <p:nvPr/>
        </p:nvSpPr>
        <p:spPr>
          <a:xfrm xmlns:a="http://schemas.openxmlformats.org/drawingml/2006/main">
            <a:off x="800100" y="5429250"/>
            <a:ext cx="10668000" cy="609600"/>
          </a:xfrm>
          <a:prstGeom xmlns:a="http://schemas.openxmlformats.org/drawingml/2006/main" prst="rect">
            <a:avLst/>
          </a:prstGeom>
          <a:solidFill xmlns:a="http://schemas.openxmlformats.org/drawingml/2006/main">
            <a:srgbClr val="F5EBDD"/>
          </a:solidFill>
          <a:ln xmlns:a="http://schemas.openxmlformats.org/drawingml/2006/main" w="0">
            <a:noFill/>
            <a:prstDash val="solid"/>
          </a:ln>
        </p:spPr>
      </p:sp>
      <p:sp>
        <p:nvSpPr>
          <p:cNvPr id="32" name="val-note">
            <a:extLst xmlns:a="http://schemas.openxmlformats.org/drawingml/2006/main">
              <a:ext uri="{FF2B5EF4-FFF2-40B4-BE49-F238E27FC236}">
                <a16:creationId xmlns:a16="http://schemas.microsoft.com/office/drawing/2014/main" id="{30CDB458-027A-41B2-A00F-C3750D77EDE2}"/>
              </a:ext>
            </a:extLst>
          </p:cNvPr>
          <p:cNvSpPr>
            <a:spLocks xmlns:a="http://schemas.openxmlformats.org/drawingml/2006/main" noGrp="1"/>
          </p:cNvSpPr>
          <p:nvPr/>
        </p:nvSpPr>
        <p:spPr>
          <a:xfrm xmlns:a="http://schemas.openxmlformats.org/drawingml/2006/main">
            <a:off x="1000125" y="5505450"/>
            <a:ext cx="10239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8312A"/>
                </a:solidFill>
                <a:latin typeface="Arial"/>
                <a:ea typeface="Arial"/>
                <a:cs typeface="Arial"/>
              </a:defRPr>
            </a:defPPr>
            <a:lvl1pPr algn="l">
              <a:defRPr sz="1275" b="1">
                <a:solidFill>
                  <a:srgbClr val="18312A"/>
                </a:solidFill>
                <a:latin typeface="Arial"/>
                <a:ea typeface="Arial"/>
                <a:cs typeface="Arial"/>
              </a:defRPr>
            </a:lvl1pPr>
            <a:lvl2pPr algn="l">
              <a:defRPr sz="1275" b="1">
                <a:solidFill>
                  <a:srgbClr val="18312A"/>
                </a:solidFill>
                <a:latin typeface="Arial"/>
                <a:ea typeface="Arial"/>
                <a:cs typeface="Arial"/>
              </a:defRPr>
            </a:lvl2pPr>
            <a:lvl3pPr algn="l">
              <a:defRPr sz="1275" b="1">
                <a:solidFill>
                  <a:srgbClr val="18312A"/>
                </a:solidFill>
                <a:latin typeface="Arial"/>
                <a:ea typeface="Arial"/>
                <a:cs typeface="Arial"/>
              </a:defRPr>
            </a:lvl3pPr>
            <a:lvl4pPr algn="l">
              <a:defRPr sz="1275" b="1">
                <a:solidFill>
                  <a:srgbClr val="18312A"/>
                </a:solidFill>
                <a:latin typeface="Arial"/>
                <a:ea typeface="Arial"/>
                <a:cs typeface="Arial"/>
              </a:defRPr>
            </a:lvl4pPr>
            <a:lvl5pPr algn="l">
              <a:defRPr sz="1275" b="1">
                <a:solidFill>
                  <a:srgbClr val="18312A"/>
                </a:solidFill>
                <a:latin typeface="Arial"/>
                <a:ea typeface="Arial"/>
                <a:cs typeface="Arial"/>
              </a:defRPr>
            </a:lvl5pPr>
            <a:lvl6pPr algn="l">
              <a:defRPr sz="1275" b="1">
                <a:solidFill>
                  <a:srgbClr val="18312A"/>
                </a:solidFill>
                <a:latin typeface="Arial"/>
                <a:ea typeface="Arial"/>
                <a:cs typeface="Arial"/>
              </a:defRPr>
            </a:lvl6pPr>
            <a:lvl7pPr algn="l">
              <a:defRPr sz="1275" b="1">
                <a:solidFill>
                  <a:srgbClr val="18312A"/>
                </a:solidFill>
                <a:latin typeface="Arial"/>
                <a:ea typeface="Arial"/>
                <a:cs typeface="Arial"/>
              </a:defRPr>
            </a:lvl7pPr>
            <a:lvl8pPr algn="l">
              <a:defRPr sz="1275" b="1">
                <a:solidFill>
                  <a:srgbClr val="18312A"/>
                </a:solidFill>
                <a:latin typeface="Arial"/>
                <a:ea typeface="Arial"/>
                <a:cs typeface="Arial"/>
              </a:defRPr>
            </a:lvl8pPr>
            <a:lvl9pPr algn="l">
              <a:defRPr sz="1275" b="1">
                <a:solidFill>
                  <a:srgbClr val="18312A"/>
                </a:solidFill>
                <a:latin typeface="Arial"/>
                <a:ea typeface="Arial"/>
                <a:cs typeface="Arial"/>
              </a:defRPr>
            </a:lvl9pPr>
          </a:lstStyle>
          <a:p xmlns:a="http://schemas.openxmlformats.org/drawingml/2006/main">
            <a:pPr algn="l">
              <a:defRPr sz="1275" b="1">
                <a:solidFill>
                  <a:srgbClr val="18312A"/>
                </a:solidFill>
                <a:latin typeface="Arial"/>
                <a:ea typeface="Arial"/>
                <a:cs typeface="Arial"/>
              </a:defRPr>
            </a:pPr>
            <a:r>
              <a:rPr sz="1275" b="1">
                <a:solidFill>
                  <a:srgbClr val="18312A"/>
                </a:solidFill>
                <a:latin typeface="Arial"/>
                <a:ea typeface="Arial"/>
                <a:cs typeface="Arial"/>
              </a:rPr>
              <a:t>Validation queries and database rules are verified; a full automated end-to-end test run remains to be completed.</a:t>
            </a:r>
          </a:p>
        </p:txBody>
      </p:sp>
    </p:spTree>
    <p:extLst>
      <p:ext uri="{BB962C8B-B14F-4D97-AF65-F5344CB8AC3E}">
        <p14:creationId xmlns:p14="http://schemas.microsoft.com/office/powerpoint/2010/main" val="350413632"/>
      </p:ext>
    </p:extLst>
  </p:cSld>
</p:sld>
</file>

<file path=ppt/slides/slide10.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26" name="top-rule-10">
            <a:extLst xmlns:a="http://schemas.openxmlformats.org/drawingml/2006/main">
              <a:ext uri="{FF2B5EF4-FFF2-40B4-BE49-F238E27FC236}">
                <a16:creationId xmlns:a16="http://schemas.microsoft.com/office/drawing/2014/main" id="{02F4DAE4-90A6-48E3-88E1-F94AF6F437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64A3A"/>
          </a:solidFill>
          <a:ln xmlns:a="http://schemas.openxmlformats.org/drawingml/2006/main" w="0">
            <a:noFill/>
            <a:prstDash val="solid"/>
          </a:ln>
        </p:spPr>
      </p:sp>
      <p:sp>
        <p:nvSpPr>
          <p:cNvPr id="2" name="section-10">
            <a:extLst xmlns:a="http://schemas.openxmlformats.org/drawingml/2006/main">
              <a:ext uri="{FF2B5EF4-FFF2-40B4-BE49-F238E27FC236}">
                <a16:creationId xmlns:a16="http://schemas.microsoft.com/office/drawing/2014/main" id="{B2237C76-5A40-4D49-A85D-F603FFCE2AE7}"/>
              </a:ext>
            </a:extLst>
          </p:cNvPr>
          <p:cNvSpPr>
            <a:spLocks xmlns:a="http://schemas.openxmlformats.org/drawingml/2006/main" noGrp="1"/>
          </p:cNvSpPr>
          <p:nvPr/>
        </p:nvSpPr>
        <p:spPr>
          <a:xfrm xmlns:a="http://schemas.openxmlformats.org/drawingml/2006/main">
            <a:off x="723900" y="2667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4664F"/>
                </a:solidFill>
                <a:latin typeface="Arial"/>
                <a:ea typeface="Arial"/>
                <a:cs typeface="Arial"/>
              </a:defRPr>
            </a:defPPr>
            <a:lvl1pPr algn="l">
              <a:defRPr sz="1050" b="1">
                <a:solidFill>
                  <a:srgbClr val="24664F"/>
                </a:solidFill>
                <a:latin typeface="Arial"/>
                <a:ea typeface="Arial"/>
                <a:cs typeface="Arial"/>
              </a:defRPr>
            </a:lvl1pPr>
            <a:lvl2pPr algn="l">
              <a:defRPr sz="1050" b="1">
                <a:solidFill>
                  <a:srgbClr val="24664F"/>
                </a:solidFill>
                <a:latin typeface="Arial"/>
                <a:ea typeface="Arial"/>
                <a:cs typeface="Arial"/>
              </a:defRPr>
            </a:lvl2pPr>
            <a:lvl3pPr algn="l">
              <a:defRPr sz="1050" b="1">
                <a:solidFill>
                  <a:srgbClr val="24664F"/>
                </a:solidFill>
                <a:latin typeface="Arial"/>
                <a:ea typeface="Arial"/>
                <a:cs typeface="Arial"/>
              </a:defRPr>
            </a:lvl3pPr>
            <a:lvl4pPr algn="l">
              <a:defRPr sz="1050" b="1">
                <a:solidFill>
                  <a:srgbClr val="24664F"/>
                </a:solidFill>
                <a:latin typeface="Arial"/>
                <a:ea typeface="Arial"/>
                <a:cs typeface="Arial"/>
              </a:defRPr>
            </a:lvl4pPr>
            <a:lvl5pPr algn="l">
              <a:defRPr sz="1050" b="1">
                <a:solidFill>
                  <a:srgbClr val="24664F"/>
                </a:solidFill>
                <a:latin typeface="Arial"/>
                <a:ea typeface="Arial"/>
                <a:cs typeface="Arial"/>
              </a:defRPr>
            </a:lvl5pPr>
            <a:lvl6pPr algn="l">
              <a:defRPr sz="1050" b="1">
                <a:solidFill>
                  <a:srgbClr val="24664F"/>
                </a:solidFill>
                <a:latin typeface="Arial"/>
                <a:ea typeface="Arial"/>
                <a:cs typeface="Arial"/>
              </a:defRPr>
            </a:lvl6pPr>
            <a:lvl7pPr algn="l">
              <a:defRPr sz="1050" b="1">
                <a:solidFill>
                  <a:srgbClr val="24664F"/>
                </a:solidFill>
                <a:latin typeface="Arial"/>
                <a:ea typeface="Arial"/>
                <a:cs typeface="Arial"/>
              </a:defRPr>
            </a:lvl7pPr>
            <a:lvl8pPr algn="l">
              <a:defRPr sz="1050" b="1">
                <a:solidFill>
                  <a:srgbClr val="24664F"/>
                </a:solidFill>
                <a:latin typeface="Arial"/>
                <a:ea typeface="Arial"/>
                <a:cs typeface="Arial"/>
              </a:defRPr>
            </a:lvl8pPr>
            <a:lvl9pPr algn="l">
              <a:defRPr sz="1050" b="1">
                <a:solidFill>
                  <a:srgbClr val="24664F"/>
                </a:solidFill>
                <a:latin typeface="Arial"/>
                <a:ea typeface="Arial"/>
                <a:cs typeface="Arial"/>
              </a:defRPr>
            </a:lvl9pPr>
          </a:lstStyle>
          <a:p xmlns:a="http://schemas.openxmlformats.org/drawingml/2006/main">
            <a:pPr algn="l">
              <a:defRPr sz="1050" b="1">
                <a:solidFill>
                  <a:srgbClr val="24664F"/>
                </a:solidFill>
                <a:latin typeface="Arial"/>
                <a:ea typeface="Arial"/>
                <a:cs typeface="Arial"/>
              </a:defRPr>
            </a:pPr>
            <a:r>
              <a:rPr sz="1050" b="1">
                <a:solidFill>
                  <a:srgbClr val="24664F"/>
                </a:solidFill>
                <a:latin typeface="Arial"/>
                <a:ea typeface="Arial"/>
                <a:cs typeface="Arial"/>
              </a:rPr>
              <a:t>09  /  WALKTHROUGH</a:t>
            </a:r>
          </a:p>
        </p:txBody>
      </p:sp>
      <p:sp>
        <p:nvSpPr>
          <p:cNvPr id="3" name="title-10">
            <a:extLst xmlns:a="http://schemas.openxmlformats.org/drawingml/2006/main">
              <a:ext uri="{FF2B5EF4-FFF2-40B4-BE49-F238E27FC236}">
                <a16:creationId xmlns:a16="http://schemas.microsoft.com/office/drawing/2014/main" id="{BC1F8377-0EE9-4D82-AF4F-FE91153DFC28}"/>
              </a:ext>
            </a:extLst>
          </p:cNvPr>
          <p:cNvSpPr>
            <a:spLocks xmlns:a="http://schemas.openxmlformats.org/drawingml/2006/main" noGrp="1"/>
          </p:cNvSpPr>
          <p:nvPr/>
        </p:nvSpPr>
        <p:spPr>
          <a:xfrm xmlns:a="http://schemas.openxmlformats.org/drawingml/2006/main">
            <a:off x="723900" y="552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64A3A"/>
                </a:solidFill>
                <a:latin typeface="Arial"/>
                <a:ea typeface="Arial"/>
                <a:cs typeface="Arial"/>
              </a:defRPr>
            </a:defPPr>
            <a:lvl1pPr algn="l">
              <a:defRPr sz="3225" b="1">
                <a:solidFill>
                  <a:srgbClr val="164A3A"/>
                </a:solidFill>
                <a:latin typeface="Arial"/>
                <a:ea typeface="Arial"/>
                <a:cs typeface="Arial"/>
              </a:defRPr>
            </a:lvl1pPr>
            <a:lvl2pPr algn="l">
              <a:defRPr sz="3225" b="1">
                <a:solidFill>
                  <a:srgbClr val="164A3A"/>
                </a:solidFill>
                <a:latin typeface="Arial"/>
                <a:ea typeface="Arial"/>
                <a:cs typeface="Arial"/>
              </a:defRPr>
            </a:lvl2pPr>
            <a:lvl3pPr algn="l">
              <a:defRPr sz="3225" b="1">
                <a:solidFill>
                  <a:srgbClr val="164A3A"/>
                </a:solidFill>
                <a:latin typeface="Arial"/>
                <a:ea typeface="Arial"/>
                <a:cs typeface="Arial"/>
              </a:defRPr>
            </a:lvl3pPr>
            <a:lvl4pPr algn="l">
              <a:defRPr sz="3225" b="1">
                <a:solidFill>
                  <a:srgbClr val="164A3A"/>
                </a:solidFill>
                <a:latin typeface="Arial"/>
                <a:ea typeface="Arial"/>
                <a:cs typeface="Arial"/>
              </a:defRPr>
            </a:lvl4pPr>
            <a:lvl5pPr algn="l">
              <a:defRPr sz="3225" b="1">
                <a:solidFill>
                  <a:srgbClr val="164A3A"/>
                </a:solidFill>
                <a:latin typeface="Arial"/>
                <a:ea typeface="Arial"/>
                <a:cs typeface="Arial"/>
              </a:defRPr>
            </a:lvl5pPr>
            <a:lvl6pPr algn="l">
              <a:defRPr sz="3225" b="1">
                <a:solidFill>
                  <a:srgbClr val="164A3A"/>
                </a:solidFill>
                <a:latin typeface="Arial"/>
                <a:ea typeface="Arial"/>
                <a:cs typeface="Arial"/>
              </a:defRPr>
            </a:lvl6pPr>
            <a:lvl7pPr algn="l">
              <a:defRPr sz="3225" b="1">
                <a:solidFill>
                  <a:srgbClr val="164A3A"/>
                </a:solidFill>
                <a:latin typeface="Arial"/>
                <a:ea typeface="Arial"/>
                <a:cs typeface="Arial"/>
              </a:defRPr>
            </a:lvl7pPr>
            <a:lvl8pPr algn="l">
              <a:defRPr sz="3225" b="1">
                <a:solidFill>
                  <a:srgbClr val="164A3A"/>
                </a:solidFill>
                <a:latin typeface="Arial"/>
                <a:ea typeface="Arial"/>
                <a:cs typeface="Arial"/>
              </a:defRPr>
            </a:lvl8pPr>
            <a:lvl9pPr algn="l">
              <a:defRPr sz="3225" b="1">
                <a:solidFill>
                  <a:srgbClr val="164A3A"/>
                </a:solidFill>
                <a:latin typeface="Arial"/>
                <a:ea typeface="Arial"/>
                <a:cs typeface="Arial"/>
              </a:defRPr>
            </a:lvl9pPr>
          </a:lstStyle>
          <a:p xmlns:a="http://schemas.openxmlformats.org/drawingml/2006/main">
            <a:pPr algn="l">
              <a:defRPr sz="3225" b="1">
                <a:solidFill>
                  <a:srgbClr val="164A3A"/>
                </a:solidFill>
                <a:latin typeface="Arial"/>
                <a:ea typeface="Arial"/>
                <a:cs typeface="Arial"/>
              </a:defRPr>
            </a:pPr>
            <a:r>
              <a:rPr sz="3225" b="1">
                <a:solidFill>
                  <a:srgbClr val="164A3A"/>
                </a:solidFill>
                <a:latin typeface="Arial"/>
                <a:ea typeface="Arial"/>
                <a:cs typeface="Arial"/>
              </a:rPr>
              <a:t>Project demonstration and documentation</a:t>
            </a:r>
          </a:p>
        </p:txBody>
      </p:sp>
      <p:sp>
        <p:nvSpPr>
          <p:cNvPr id="4" name="subtitle-10">
            <a:extLst xmlns:a="http://schemas.openxmlformats.org/drawingml/2006/main">
              <a:ext uri="{FF2B5EF4-FFF2-40B4-BE49-F238E27FC236}">
                <a16:creationId xmlns:a16="http://schemas.microsoft.com/office/drawing/2014/main" id="{B65F77F1-4AAB-4512-AE18-DDA25BB0F36B}"/>
              </a:ext>
            </a:extLst>
          </p:cNvPr>
          <p:cNvSpPr>
            <a:spLocks xmlns:a="http://schemas.openxmlformats.org/drawingml/2006/main" noGrp="1"/>
          </p:cNvSpPr>
          <p:nvPr/>
        </p:nvSpPr>
        <p:spPr>
          <a:xfrm xmlns:a="http://schemas.openxmlformats.org/drawingml/2006/main">
            <a:off x="742950" y="11334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4766E"/>
                </a:solidFill>
                <a:latin typeface="Arial"/>
                <a:ea typeface="Arial"/>
                <a:cs typeface="Arial"/>
              </a:defRPr>
            </a:defPPr>
            <a:lvl1pPr algn="l">
              <a:defRPr sz="1425" b="0">
                <a:solidFill>
                  <a:srgbClr val="64766E"/>
                </a:solidFill>
                <a:latin typeface="Arial"/>
                <a:ea typeface="Arial"/>
                <a:cs typeface="Arial"/>
              </a:defRPr>
            </a:lvl1pPr>
            <a:lvl2pPr algn="l">
              <a:defRPr sz="1425" b="0">
                <a:solidFill>
                  <a:srgbClr val="64766E"/>
                </a:solidFill>
                <a:latin typeface="Arial"/>
                <a:ea typeface="Arial"/>
                <a:cs typeface="Arial"/>
              </a:defRPr>
            </a:lvl2pPr>
            <a:lvl3pPr algn="l">
              <a:defRPr sz="1425" b="0">
                <a:solidFill>
                  <a:srgbClr val="64766E"/>
                </a:solidFill>
                <a:latin typeface="Arial"/>
                <a:ea typeface="Arial"/>
                <a:cs typeface="Arial"/>
              </a:defRPr>
            </a:lvl3pPr>
            <a:lvl4pPr algn="l">
              <a:defRPr sz="1425" b="0">
                <a:solidFill>
                  <a:srgbClr val="64766E"/>
                </a:solidFill>
                <a:latin typeface="Arial"/>
                <a:ea typeface="Arial"/>
                <a:cs typeface="Arial"/>
              </a:defRPr>
            </a:lvl4pPr>
            <a:lvl5pPr algn="l">
              <a:defRPr sz="1425" b="0">
                <a:solidFill>
                  <a:srgbClr val="64766E"/>
                </a:solidFill>
                <a:latin typeface="Arial"/>
                <a:ea typeface="Arial"/>
                <a:cs typeface="Arial"/>
              </a:defRPr>
            </a:lvl5pPr>
            <a:lvl6pPr algn="l">
              <a:defRPr sz="1425" b="0">
                <a:solidFill>
                  <a:srgbClr val="64766E"/>
                </a:solidFill>
                <a:latin typeface="Arial"/>
                <a:ea typeface="Arial"/>
                <a:cs typeface="Arial"/>
              </a:defRPr>
            </a:lvl6pPr>
            <a:lvl7pPr algn="l">
              <a:defRPr sz="1425" b="0">
                <a:solidFill>
                  <a:srgbClr val="64766E"/>
                </a:solidFill>
                <a:latin typeface="Arial"/>
                <a:ea typeface="Arial"/>
                <a:cs typeface="Arial"/>
              </a:defRPr>
            </a:lvl7pPr>
            <a:lvl8pPr algn="l">
              <a:defRPr sz="1425" b="0">
                <a:solidFill>
                  <a:srgbClr val="64766E"/>
                </a:solidFill>
                <a:latin typeface="Arial"/>
                <a:ea typeface="Arial"/>
                <a:cs typeface="Arial"/>
              </a:defRPr>
            </a:lvl8pPr>
            <a:lvl9pPr algn="l">
              <a:defRPr sz="1425" b="0">
                <a:solidFill>
                  <a:srgbClr val="64766E"/>
                </a:solidFill>
                <a:latin typeface="Arial"/>
                <a:ea typeface="Arial"/>
                <a:cs typeface="Arial"/>
              </a:defRPr>
            </a:lvl9pPr>
          </a:lstStyle>
          <a:p xmlns:a="http://schemas.openxmlformats.org/drawingml/2006/main">
            <a:pPr algn="l">
              <a:defRPr sz="1425" b="0">
                <a:solidFill>
                  <a:srgbClr val="64766E"/>
                </a:solidFill>
                <a:latin typeface="Arial"/>
                <a:ea typeface="Arial"/>
                <a:cs typeface="Arial"/>
              </a:defRPr>
            </a:pPr>
            <a:r>
              <a:rPr sz="1425" b="0">
                <a:solidFill>
                  <a:srgbClr val="64766E"/>
                </a:solidFill>
                <a:latin typeface="Arial"/>
                <a:ea typeface="Arial"/>
                <a:cs typeface="Arial"/>
              </a:rPr>
              <a:t>Demonstrate one complete request from student submission to closure.</a:t>
            </a:r>
          </a:p>
        </p:txBody>
      </p:sp>
      <p:sp>
        <p:nvSpPr>
          <p:cNvPr id="5" name="header-rule-10">
            <a:extLst xmlns:a="http://schemas.openxmlformats.org/drawingml/2006/main">
              <a:ext uri="{FF2B5EF4-FFF2-40B4-BE49-F238E27FC236}">
                <a16:creationId xmlns:a16="http://schemas.microsoft.com/office/drawing/2014/main" id="{685DAAA3-458D-46E2-BDEA-99FBEAFB4682}"/>
              </a:ext>
            </a:extLst>
          </p:cNvPr>
          <p:cNvSpPr>
            <a:spLocks xmlns:a="http://schemas.openxmlformats.org/drawingml/2006/main" noGrp="1"/>
          </p:cNvSpPr>
          <p:nvPr/>
        </p:nvSpPr>
        <p:spPr>
          <a:xfrm xmlns:a="http://schemas.openxmlformats.org/drawingml/2006/main">
            <a:off x="723900" y="1533525"/>
            <a:ext cx="10744200" cy="95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6" name="footer-left-10">
            <a:extLst xmlns:a="http://schemas.openxmlformats.org/drawingml/2006/main">
              <a:ext uri="{FF2B5EF4-FFF2-40B4-BE49-F238E27FC236}">
                <a16:creationId xmlns:a16="http://schemas.microsoft.com/office/drawing/2014/main" id="{9A25E190-8051-4E14-A250-A2EEA32972DE}"/>
              </a:ext>
            </a:extLst>
          </p:cNvPr>
          <p:cNvSpPr>
            <a:spLocks xmlns:a="http://schemas.openxmlformats.org/drawingml/2006/main" noGrp="1"/>
          </p:cNvSpPr>
          <p:nvPr/>
        </p:nvSpPr>
        <p:spPr>
          <a:xfrm xmlns:a="http://schemas.openxmlformats.org/drawingml/2006/main">
            <a:off x="72390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4766E"/>
                </a:solidFill>
                <a:latin typeface="Arial"/>
                <a:ea typeface="Arial"/>
                <a:cs typeface="Arial"/>
              </a:defRPr>
            </a:defPPr>
            <a:lvl1pPr algn="l">
              <a:defRPr sz="900" b="1">
                <a:solidFill>
                  <a:srgbClr val="64766E"/>
                </a:solidFill>
                <a:latin typeface="Arial"/>
                <a:ea typeface="Arial"/>
                <a:cs typeface="Arial"/>
              </a:defRPr>
            </a:lvl1pPr>
            <a:lvl2pPr algn="l">
              <a:defRPr sz="900" b="1">
                <a:solidFill>
                  <a:srgbClr val="64766E"/>
                </a:solidFill>
                <a:latin typeface="Arial"/>
                <a:ea typeface="Arial"/>
                <a:cs typeface="Arial"/>
              </a:defRPr>
            </a:lvl2pPr>
            <a:lvl3pPr algn="l">
              <a:defRPr sz="900" b="1">
                <a:solidFill>
                  <a:srgbClr val="64766E"/>
                </a:solidFill>
                <a:latin typeface="Arial"/>
                <a:ea typeface="Arial"/>
                <a:cs typeface="Arial"/>
              </a:defRPr>
            </a:lvl3pPr>
            <a:lvl4pPr algn="l">
              <a:defRPr sz="900" b="1">
                <a:solidFill>
                  <a:srgbClr val="64766E"/>
                </a:solidFill>
                <a:latin typeface="Arial"/>
                <a:ea typeface="Arial"/>
                <a:cs typeface="Arial"/>
              </a:defRPr>
            </a:lvl4pPr>
            <a:lvl5pPr algn="l">
              <a:defRPr sz="900" b="1">
                <a:solidFill>
                  <a:srgbClr val="64766E"/>
                </a:solidFill>
                <a:latin typeface="Arial"/>
                <a:ea typeface="Arial"/>
                <a:cs typeface="Arial"/>
              </a:defRPr>
            </a:lvl5pPr>
            <a:lvl6pPr algn="l">
              <a:defRPr sz="900" b="1">
                <a:solidFill>
                  <a:srgbClr val="64766E"/>
                </a:solidFill>
                <a:latin typeface="Arial"/>
                <a:ea typeface="Arial"/>
                <a:cs typeface="Arial"/>
              </a:defRPr>
            </a:lvl6pPr>
            <a:lvl7pPr algn="l">
              <a:defRPr sz="900" b="1">
                <a:solidFill>
                  <a:srgbClr val="64766E"/>
                </a:solidFill>
                <a:latin typeface="Arial"/>
                <a:ea typeface="Arial"/>
                <a:cs typeface="Arial"/>
              </a:defRPr>
            </a:lvl7pPr>
            <a:lvl8pPr algn="l">
              <a:defRPr sz="900" b="1">
                <a:solidFill>
                  <a:srgbClr val="64766E"/>
                </a:solidFill>
                <a:latin typeface="Arial"/>
                <a:ea typeface="Arial"/>
                <a:cs typeface="Arial"/>
              </a:defRPr>
            </a:lvl8pPr>
            <a:lvl9pPr algn="l">
              <a:defRPr sz="900" b="1">
                <a:solidFill>
                  <a:srgbClr val="64766E"/>
                </a:solidFill>
                <a:latin typeface="Arial"/>
                <a:ea typeface="Arial"/>
                <a:cs typeface="Arial"/>
              </a:defRPr>
            </a:lvl9pPr>
          </a:lstStyle>
          <a:p xmlns:a="http://schemas.openxmlformats.org/drawingml/2006/main">
            <a:pPr algn="l">
              <a:defRPr sz="900" b="1">
                <a:solidFill>
                  <a:srgbClr val="64766E"/>
                </a:solidFill>
                <a:latin typeface="Arial"/>
                <a:ea typeface="Arial"/>
                <a:cs typeface="Arial"/>
              </a:defRPr>
            </a:pPr>
            <a:r>
              <a:rPr sz="900" b="1">
                <a:solidFill>
                  <a:srgbClr val="64766E"/>
                </a:solidFill>
                <a:latin typeface="Arial"/>
                <a:ea typeface="Arial"/>
                <a:cs typeface="Arial"/>
              </a:rPr>
              <a:t>HRCMS  |  DATABASE PROJECT</a:t>
            </a:r>
          </a:p>
        </p:txBody>
      </p:sp>
      <p:sp>
        <p:nvSpPr>
          <p:cNvPr id="7" name="footer-page-10">
            <a:extLst xmlns:a="http://schemas.openxmlformats.org/drawingml/2006/main">
              <a:ext uri="{FF2B5EF4-FFF2-40B4-BE49-F238E27FC236}">
                <a16:creationId xmlns:a16="http://schemas.microsoft.com/office/drawing/2014/main" id="{61121134-18A6-4554-B214-C6C5033F1238}"/>
              </a:ext>
            </a:extLst>
          </p:cNvPr>
          <p:cNvSpPr>
            <a:spLocks xmlns:a="http://schemas.openxmlformats.org/drawingml/2006/main" noGrp="1"/>
          </p:cNvSpPr>
          <p:nvPr/>
        </p:nvSpPr>
        <p:spPr>
          <a:xfrm xmlns:a="http://schemas.openxmlformats.org/drawingml/2006/main">
            <a:off x="10953750" y="64579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64A3A"/>
                </a:solidFill>
                <a:latin typeface="Arial"/>
                <a:ea typeface="Arial"/>
                <a:cs typeface="Arial"/>
              </a:defRPr>
            </a:defPPr>
            <a:lvl1pPr algn="r">
              <a:defRPr sz="1050" b="1">
                <a:solidFill>
                  <a:srgbClr val="164A3A"/>
                </a:solidFill>
                <a:latin typeface="Arial"/>
                <a:ea typeface="Arial"/>
                <a:cs typeface="Arial"/>
              </a:defRPr>
            </a:lvl1pPr>
            <a:lvl2pPr algn="r">
              <a:defRPr sz="1050" b="1">
                <a:solidFill>
                  <a:srgbClr val="164A3A"/>
                </a:solidFill>
                <a:latin typeface="Arial"/>
                <a:ea typeface="Arial"/>
                <a:cs typeface="Arial"/>
              </a:defRPr>
            </a:lvl2pPr>
            <a:lvl3pPr algn="r">
              <a:defRPr sz="1050" b="1">
                <a:solidFill>
                  <a:srgbClr val="164A3A"/>
                </a:solidFill>
                <a:latin typeface="Arial"/>
                <a:ea typeface="Arial"/>
                <a:cs typeface="Arial"/>
              </a:defRPr>
            </a:lvl3pPr>
            <a:lvl4pPr algn="r">
              <a:defRPr sz="1050" b="1">
                <a:solidFill>
                  <a:srgbClr val="164A3A"/>
                </a:solidFill>
                <a:latin typeface="Arial"/>
                <a:ea typeface="Arial"/>
                <a:cs typeface="Arial"/>
              </a:defRPr>
            </a:lvl4pPr>
            <a:lvl5pPr algn="r">
              <a:defRPr sz="1050" b="1">
                <a:solidFill>
                  <a:srgbClr val="164A3A"/>
                </a:solidFill>
                <a:latin typeface="Arial"/>
                <a:ea typeface="Arial"/>
                <a:cs typeface="Arial"/>
              </a:defRPr>
            </a:lvl5pPr>
            <a:lvl6pPr algn="r">
              <a:defRPr sz="1050" b="1">
                <a:solidFill>
                  <a:srgbClr val="164A3A"/>
                </a:solidFill>
                <a:latin typeface="Arial"/>
                <a:ea typeface="Arial"/>
                <a:cs typeface="Arial"/>
              </a:defRPr>
            </a:lvl6pPr>
            <a:lvl7pPr algn="r">
              <a:defRPr sz="1050" b="1">
                <a:solidFill>
                  <a:srgbClr val="164A3A"/>
                </a:solidFill>
                <a:latin typeface="Arial"/>
                <a:ea typeface="Arial"/>
                <a:cs typeface="Arial"/>
              </a:defRPr>
            </a:lvl7pPr>
            <a:lvl8pPr algn="r">
              <a:defRPr sz="1050" b="1">
                <a:solidFill>
                  <a:srgbClr val="164A3A"/>
                </a:solidFill>
                <a:latin typeface="Arial"/>
                <a:ea typeface="Arial"/>
                <a:cs typeface="Arial"/>
              </a:defRPr>
            </a:lvl8pPr>
            <a:lvl9pPr algn="r">
              <a:defRPr sz="1050" b="1">
                <a:solidFill>
                  <a:srgbClr val="164A3A"/>
                </a:solidFill>
                <a:latin typeface="Arial"/>
                <a:ea typeface="Arial"/>
                <a:cs typeface="Arial"/>
              </a:defRPr>
            </a:lvl9pPr>
          </a:lstStyle>
          <a:p xmlns:a="http://schemas.openxmlformats.org/drawingml/2006/main">
            <a:pPr algn="r">
              <a:defRPr sz="1050" b="1">
                <a:solidFill>
                  <a:srgbClr val="164A3A"/>
                </a:solidFill>
                <a:latin typeface="Arial"/>
                <a:ea typeface="Arial"/>
                <a:cs typeface="Arial"/>
              </a:defRPr>
            </a:pPr>
            <a:r>
              <a:rPr sz="1050" b="1">
                <a:solidFill>
                  <a:srgbClr val="164A3A"/>
                </a:solidFill>
                <a:latin typeface="Arial"/>
                <a:ea typeface="Arial"/>
                <a:cs typeface="Arial"/>
              </a:rPr>
              <a:t>10</a:t>
            </a:r>
          </a:p>
        </p:txBody>
      </p:sp>
      <p:sp>
        <p:nvSpPr>
          <p:cNvPr id="8" name="demo-head">
            <a:extLst xmlns:a="http://schemas.openxmlformats.org/drawingml/2006/main">
              <a:ext uri="{FF2B5EF4-FFF2-40B4-BE49-F238E27FC236}">
                <a16:creationId xmlns:a16="http://schemas.microsoft.com/office/drawing/2014/main" id="{D5D278AC-CC19-49E0-BF20-B445EC266F8D}"/>
              </a:ext>
            </a:extLst>
          </p:cNvPr>
          <p:cNvSpPr>
            <a:spLocks xmlns:a="http://schemas.openxmlformats.org/drawingml/2006/main" noGrp="1"/>
          </p:cNvSpPr>
          <p:nvPr/>
        </p:nvSpPr>
        <p:spPr>
          <a:xfrm xmlns:a="http://schemas.openxmlformats.org/drawingml/2006/main">
            <a:off x="800100" y="18478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DEMO SEQUENCE</a:t>
            </a:r>
          </a:p>
        </p:txBody>
      </p:sp>
      <p:sp>
        <p:nvSpPr>
          <p:cNvPr id="9" name="demo-0-num">
            <a:extLst xmlns:a="http://schemas.openxmlformats.org/drawingml/2006/main">
              <a:ext uri="{FF2B5EF4-FFF2-40B4-BE49-F238E27FC236}">
                <a16:creationId xmlns:a16="http://schemas.microsoft.com/office/drawing/2014/main" id="{2D093EE7-2A5F-4D86-AFCC-18583EF05497}"/>
              </a:ext>
            </a:extLst>
          </p:cNvPr>
          <p:cNvSpPr>
            <a:spLocks xmlns:a="http://schemas.openxmlformats.org/drawingml/2006/main" noGrp="1"/>
          </p:cNvSpPr>
          <p:nvPr/>
        </p:nvSpPr>
        <p:spPr>
          <a:xfrm xmlns:a="http://schemas.openxmlformats.org/drawingml/2006/main">
            <a:off x="800100" y="23145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01</a:t>
            </a:r>
          </a:p>
        </p:txBody>
      </p:sp>
      <p:sp>
        <p:nvSpPr>
          <p:cNvPr id="10" name="demo-0-heading">
            <a:extLst xmlns:a="http://schemas.openxmlformats.org/drawingml/2006/main">
              <a:ext uri="{FF2B5EF4-FFF2-40B4-BE49-F238E27FC236}">
                <a16:creationId xmlns:a16="http://schemas.microsoft.com/office/drawing/2014/main" id="{500BE08C-8914-41AD-9B63-2058D479BA19}"/>
              </a:ext>
            </a:extLst>
          </p:cNvPr>
          <p:cNvSpPr>
            <a:spLocks xmlns:a="http://schemas.openxmlformats.org/drawingml/2006/main" noGrp="1"/>
          </p:cNvSpPr>
          <p:nvPr/>
        </p:nvSpPr>
        <p:spPr>
          <a:xfrm xmlns:a="http://schemas.openxmlformats.org/drawingml/2006/main">
            <a:off x="1257300" y="230505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64A3A"/>
                </a:solidFill>
                <a:latin typeface="Arial"/>
                <a:ea typeface="Arial"/>
                <a:cs typeface="Arial"/>
              </a:defRPr>
            </a:defPPr>
            <a:lvl1pPr algn="l">
              <a:defRPr sz="1650" b="1">
                <a:solidFill>
                  <a:srgbClr val="164A3A"/>
                </a:solidFill>
                <a:latin typeface="Arial"/>
                <a:ea typeface="Arial"/>
                <a:cs typeface="Arial"/>
              </a:defRPr>
            </a:lvl1pPr>
            <a:lvl2pPr algn="l">
              <a:defRPr sz="1650" b="1">
                <a:solidFill>
                  <a:srgbClr val="164A3A"/>
                </a:solidFill>
                <a:latin typeface="Arial"/>
                <a:ea typeface="Arial"/>
                <a:cs typeface="Arial"/>
              </a:defRPr>
            </a:lvl2pPr>
            <a:lvl3pPr algn="l">
              <a:defRPr sz="1650" b="1">
                <a:solidFill>
                  <a:srgbClr val="164A3A"/>
                </a:solidFill>
                <a:latin typeface="Arial"/>
                <a:ea typeface="Arial"/>
                <a:cs typeface="Arial"/>
              </a:defRPr>
            </a:lvl3pPr>
            <a:lvl4pPr algn="l">
              <a:defRPr sz="1650" b="1">
                <a:solidFill>
                  <a:srgbClr val="164A3A"/>
                </a:solidFill>
                <a:latin typeface="Arial"/>
                <a:ea typeface="Arial"/>
                <a:cs typeface="Arial"/>
              </a:defRPr>
            </a:lvl4pPr>
            <a:lvl5pPr algn="l">
              <a:defRPr sz="1650" b="1">
                <a:solidFill>
                  <a:srgbClr val="164A3A"/>
                </a:solidFill>
                <a:latin typeface="Arial"/>
                <a:ea typeface="Arial"/>
                <a:cs typeface="Arial"/>
              </a:defRPr>
            </a:lvl5pPr>
            <a:lvl6pPr algn="l">
              <a:defRPr sz="1650" b="1">
                <a:solidFill>
                  <a:srgbClr val="164A3A"/>
                </a:solidFill>
                <a:latin typeface="Arial"/>
                <a:ea typeface="Arial"/>
                <a:cs typeface="Arial"/>
              </a:defRPr>
            </a:lvl6pPr>
            <a:lvl7pPr algn="l">
              <a:defRPr sz="1650" b="1">
                <a:solidFill>
                  <a:srgbClr val="164A3A"/>
                </a:solidFill>
                <a:latin typeface="Arial"/>
                <a:ea typeface="Arial"/>
                <a:cs typeface="Arial"/>
              </a:defRPr>
            </a:lvl7pPr>
            <a:lvl8pPr algn="l">
              <a:defRPr sz="1650" b="1">
                <a:solidFill>
                  <a:srgbClr val="164A3A"/>
                </a:solidFill>
                <a:latin typeface="Arial"/>
                <a:ea typeface="Arial"/>
                <a:cs typeface="Arial"/>
              </a:defRPr>
            </a:lvl8pPr>
            <a:lvl9pPr algn="l">
              <a:defRPr sz="1650" b="1">
                <a:solidFill>
                  <a:srgbClr val="164A3A"/>
                </a:solidFill>
                <a:latin typeface="Arial"/>
                <a:ea typeface="Arial"/>
                <a:cs typeface="Arial"/>
              </a:defRPr>
            </a:lvl9pPr>
          </a:lstStyle>
          <a:p xmlns:a="http://schemas.openxmlformats.org/drawingml/2006/main">
            <a:pPr algn="l">
              <a:defRPr sz="1650" b="1">
                <a:solidFill>
                  <a:srgbClr val="164A3A"/>
                </a:solidFill>
                <a:latin typeface="Arial"/>
                <a:ea typeface="Arial"/>
                <a:cs typeface="Arial"/>
              </a:defRPr>
            </a:pPr>
            <a:r>
              <a:rPr sz="1650" b="1">
                <a:solidFill>
                  <a:srgbClr val="164A3A"/>
                </a:solidFill>
                <a:latin typeface="Arial"/>
                <a:ea typeface="Arial"/>
                <a:cs typeface="Arial"/>
              </a:rPr>
              <a:t>Student</a:t>
            </a:r>
          </a:p>
        </p:txBody>
      </p:sp>
      <p:sp>
        <p:nvSpPr>
          <p:cNvPr id="11" name="demo-0-body">
            <a:extLst xmlns:a="http://schemas.openxmlformats.org/drawingml/2006/main">
              <a:ext uri="{FF2B5EF4-FFF2-40B4-BE49-F238E27FC236}">
                <a16:creationId xmlns:a16="http://schemas.microsoft.com/office/drawing/2014/main" id="{37E7DA3D-1EC1-412E-8E1E-962EDBD5BF82}"/>
              </a:ext>
            </a:extLst>
          </p:cNvPr>
          <p:cNvSpPr>
            <a:spLocks xmlns:a="http://schemas.openxmlformats.org/drawingml/2006/main" noGrp="1"/>
          </p:cNvSpPr>
          <p:nvPr/>
        </p:nvSpPr>
        <p:spPr>
          <a:xfrm xmlns:a="http://schemas.openxmlformats.org/drawingml/2006/main">
            <a:off x="1257300" y="2600325"/>
            <a:ext cx="5772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Sign in, view room, submit a maintenance complaint.</a:t>
            </a:r>
          </a:p>
        </p:txBody>
      </p:sp>
      <p:sp>
        <p:nvSpPr>
          <p:cNvPr id="12" name="demo-1-num">
            <a:extLst xmlns:a="http://schemas.openxmlformats.org/drawingml/2006/main">
              <a:ext uri="{FF2B5EF4-FFF2-40B4-BE49-F238E27FC236}">
                <a16:creationId xmlns:a16="http://schemas.microsoft.com/office/drawing/2014/main" id="{89362A26-EC27-4282-A814-AB1BF01F68E1}"/>
              </a:ext>
            </a:extLst>
          </p:cNvPr>
          <p:cNvSpPr>
            <a:spLocks xmlns:a="http://schemas.openxmlformats.org/drawingml/2006/main" noGrp="1"/>
          </p:cNvSpPr>
          <p:nvPr/>
        </p:nvSpPr>
        <p:spPr>
          <a:xfrm xmlns:a="http://schemas.openxmlformats.org/drawingml/2006/main">
            <a:off x="800100" y="313372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02</a:t>
            </a:r>
          </a:p>
        </p:txBody>
      </p:sp>
      <p:sp>
        <p:nvSpPr>
          <p:cNvPr id="13" name="demo-1-heading">
            <a:extLst xmlns:a="http://schemas.openxmlformats.org/drawingml/2006/main">
              <a:ext uri="{FF2B5EF4-FFF2-40B4-BE49-F238E27FC236}">
                <a16:creationId xmlns:a16="http://schemas.microsoft.com/office/drawing/2014/main" id="{F6204D4A-43B2-403A-B56A-8AB661F0A656}"/>
              </a:ext>
            </a:extLst>
          </p:cNvPr>
          <p:cNvSpPr>
            <a:spLocks xmlns:a="http://schemas.openxmlformats.org/drawingml/2006/main" noGrp="1"/>
          </p:cNvSpPr>
          <p:nvPr/>
        </p:nvSpPr>
        <p:spPr>
          <a:xfrm xmlns:a="http://schemas.openxmlformats.org/drawingml/2006/main">
            <a:off x="1257300" y="312420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64A3A"/>
                </a:solidFill>
                <a:latin typeface="Arial"/>
                <a:ea typeface="Arial"/>
                <a:cs typeface="Arial"/>
              </a:defRPr>
            </a:defPPr>
            <a:lvl1pPr algn="l">
              <a:defRPr sz="1650" b="1">
                <a:solidFill>
                  <a:srgbClr val="164A3A"/>
                </a:solidFill>
                <a:latin typeface="Arial"/>
                <a:ea typeface="Arial"/>
                <a:cs typeface="Arial"/>
              </a:defRPr>
            </a:lvl1pPr>
            <a:lvl2pPr algn="l">
              <a:defRPr sz="1650" b="1">
                <a:solidFill>
                  <a:srgbClr val="164A3A"/>
                </a:solidFill>
                <a:latin typeface="Arial"/>
                <a:ea typeface="Arial"/>
                <a:cs typeface="Arial"/>
              </a:defRPr>
            </a:lvl2pPr>
            <a:lvl3pPr algn="l">
              <a:defRPr sz="1650" b="1">
                <a:solidFill>
                  <a:srgbClr val="164A3A"/>
                </a:solidFill>
                <a:latin typeface="Arial"/>
                <a:ea typeface="Arial"/>
                <a:cs typeface="Arial"/>
              </a:defRPr>
            </a:lvl3pPr>
            <a:lvl4pPr algn="l">
              <a:defRPr sz="1650" b="1">
                <a:solidFill>
                  <a:srgbClr val="164A3A"/>
                </a:solidFill>
                <a:latin typeface="Arial"/>
                <a:ea typeface="Arial"/>
                <a:cs typeface="Arial"/>
              </a:defRPr>
            </a:lvl4pPr>
            <a:lvl5pPr algn="l">
              <a:defRPr sz="1650" b="1">
                <a:solidFill>
                  <a:srgbClr val="164A3A"/>
                </a:solidFill>
                <a:latin typeface="Arial"/>
                <a:ea typeface="Arial"/>
                <a:cs typeface="Arial"/>
              </a:defRPr>
            </a:lvl5pPr>
            <a:lvl6pPr algn="l">
              <a:defRPr sz="1650" b="1">
                <a:solidFill>
                  <a:srgbClr val="164A3A"/>
                </a:solidFill>
                <a:latin typeface="Arial"/>
                <a:ea typeface="Arial"/>
                <a:cs typeface="Arial"/>
              </a:defRPr>
            </a:lvl6pPr>
            <a:lvl7pPr algn="l">
              <a:defRPr sz="1650" b="1">
                <a:solidFill>
                  <a:srgbClr val="164A3A"/>
                </a:solidFill>
                <a:latin typeface="Arial"/>
                <a:ea typeface="Arial"/>
                <a:cs typeface="Arial"/>
              </a:defRPr>
            </a:lvl7pPr>
            <a:lvl8pPr algn="l">
              <a:defRPr sz="1650" b="1">
                <a:solidFill>
                  <a:srgbClr val="164A3A"/>
                </a:solidFill>
                <a:latin typeface="Arial"/>
                <a:ea typeface="Arial"/>
                <a:cs typeface="Arial"/>
              </a:defRPr>
            </a:lvl8pPr>
            <a:lvl9pPr algn="l">
              <a:defRPr sz="1650" b="1">
                <a:solidFill>
                  <a:srgbClr val="164A3A"/>
                </a:solidFill>
                <a:latin typeface="Arial"/>
                <a:ea typeface="Arial"/>
                <a:cs typeface="Arial"/>
              </a:defRPr>
            </a:lvl9pPr>
          </a:lstStyle>
          <a:p xmlns:a="http://schemas.openxmlformats.org/drawingml/2006/main">
            <a:pPr algn="l">
              <a:defRPr sz="1650" b="1">
                <a:solidFill>
                  <a:srgbClr val="164A3A"/>
                </a:solidFill>
                <a:latin typeface="Arial"/>
                <a:ea typeface="Arial"/>
                <a:cs typeface="Arial"/>
              </a:defRPr>
            </a:pPr>
            <a:r>
              <a:rPr sz="1650" b="1">
                <a:solidFill>
                  <a:srgbClr val="164A3A"/>
                </a:solidFill>
                <a:latin typeface="Arial"/>
                <a:ea typeface="Arial"/>
                <a:cs typeface="Arial"/>
              </a:rPr>
              <a:t>Administrator / warden</a:t>
            </a:r>
          </a:p>
        </p:txBody>
      </p:sp>
      <p:sp>
        <p:nvSpPr>
          <p:cNvPr id="14" name="demo-1-body">
            <a:extLst xmlns:a="http://schemas.openxmlformats.org/drawingml/2006/main">
              <a:ext uri="{FF2B5EF4-FFF2-40B4-BE49-F238E27FC236}">
                <a16:creationId xmlns:a16="http://schemas.microsoft.com/office/drawing/2014/main" id="{F81F6F28-57D3-46D7-8FE8-2083FD1A3A52}"/>
              </a:ext>
            </a:extLst>
          </p:cNvPr>
          <p:cNvSpPr>
            <a:spLocks xmlns:a="http://schemas.openxmlformats.org/drawingml/2006/main" noGrp="1"/>
          </p:cNvSpPr>
          <p:nvPr/>
        </p:nvSpPr>
        <p:spPr>
          <a:xfrm xmlns:a="http://schemas.openxmlformats.org/drawingml/2006/main">
            <a:off x="1257300" y="3419475"/>
            <a:ext cx="5772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Review the issue and assign a worker who matches block and specialty.</a:t>
            </a:r>
          </a:p>
        </p:txBody>
      </p:sp>
      <p:sp>
        <p:nvSpPr>
          <p:cNvPr id="15" name="demo-2-num">
            <a:extLst xmlns:a="http://schemas.openxmlformats.org/drawingml/2006/main">
              <a:ext uri="{FF2B5EF4-FFF2-40B4-BE49-F238E27FC236}">
                <a16:creationId xmlns:a16="http://schemas.microsoft.com/office/drawing/2014/main" id="{413546F1-3DE2-4136-BD4E-EE88593EECFF}"/>
              </a:ext>
            </a:extLst>
          </p:cNvPr>
          <p:cNvSpPr>
            <a:spLocks xmlns:a="http://schemas.openxmlformats.org/drawingml/2006/main" noGrp="1"/>
          </p:cNvSpPr>
          <p:nvPr/>
        </p:nvSpPr>
        <p:spPr>
          <a:xfrm xmlns:a="http://schemas.openxmlformats.org/drawingml/2006/main">
            <a:off x="800100" y="395287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03</a:t>
            </a:r>
          </a:p>
        </p:txBody>
      </p:sp>
      <p:sp>
        <p:nvSpPr>
          <p:cNvPr id="16" name="demo-2-heading">
            <a:extLst xmlns:a="http://schemas.openxmlformats.org/drawingml/2006/main">
              <a:ext uri="{FF2B5EF4-FFF2-40B4-BE49-F238E27FC236}">
                <a16:creationId xmlns:a16="http://schemas.microsoft.com/office/drawing/2014/main" id="{81D83C3D-F510-4EFF-87A8-26FF34A9F44F}"/>
              </a:ext>
            </a:extLst>
          </p:cNvPr>
          <p:cNvSpPr>
            <a:spLocks xmlns:a="http://schemas.openxmlformats.org/drawingml/2006/main" noGrp="1"/>
          </p:cNvSpPr>
          <p:nvPr/>
        </p:nvSpPr>
        <p:spPr>
          <a:xfrm xmlns:a="http://schemas.openxmlformats.org/drawingml/2006/main">
            <a:off x="1257300" y="394335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64A3A"/>
                </a:solidFill>
                <a:latin typeface="Arial"/>
                <a:ea typeface="Arial"/>
                <a:cs typeface="Arial"/>
              </a:defRPr>
            </a:defPPr>
            <a:lvl1pPr algn="l">
              <a:defRPr sz="1650" b="1">
                <a:solidFill>
                  <a:srgbClr val="164A3A"/>
                </a:solidFill>
                <a:latin typeface="Arial"/>
                <a:ea typeface="Arial"/>
                <a:cs typeface="Arial"/>
              </a:defRPr>
            </a:lvl1pPr>
            <a:lvl2pPr algn="l">
              <a:defRPr sz="1650" b="1">
                <a:solidFill>
                  <a:srgbClr val="164A3A"/>
                </a:solidFill>
                <a:latin typeface="Arial"/>
                <a:ea typeface="Arial"/>
                <a:cs typeface="Arial"/>
              </a:defRPr>
            </a:lvl2pPr>
            <a:lvl3pPr algn="l">
              <a:defRPr sz="1650" b="1">
                <a:solidFill>
                  <a:srgbClr val="164A3A"/>
                </a:solidFill>
                <a:latin typeface="Arial"/>
                <a:ea typeface="Arial"/>
                <a:cs typeface="Arial"/>
              </a:defRPr>
            </a:lvl3pPr>
            <a:lvl4pPr algn="l">
              <a:defRPr sz="1650" b="1">
                <a:solidFill>
                  <a:srgbClr val="164A3A"/>
                </a:solidFill>
                <a:latin typeface="Arial"/>
                <a:ea typeface="Arial"/>
                <a:cs typeface="Arial"/>
              </a:defRPr>
            </a:lvl4pPr>
            <a:lvl5pPr algn="l">
              <a:defRPr sz="1650" b="1">
                <a:solidFill>
                  <a:srgbClr val="164A3A"/>
                </a:solidFill>
                <a:latin typeface="Arial"/>
                <a:ea typeface="Arial"/>
                <a:cs typeface="Arial"/>
              </a:defRPr>
            </a:lvl5pPr>
            <a:lvl6pPr algn="l">
              <a:defRPr sz="1650" b="1">
                <a:solidFill>
                  <a:srgbClr val="164A3A"/>
                </a:solidFill>
                <a:latin typeface="Arial"/>
                <a:ea typeface="Arial"/>
                <a:cs typeface="Arial"/>
              </a:defRPr>
            </a:lvl6pPr>
            <a:lvl7pPr algn="l">
              <a:defRPr sz="1650" b="1">
                <a:solidFill>
                  <a:srgbClr val="164A3A"/>
                </a:solidFill>
                <a:latin typeface="Arial"/>
                <a:ea typeface="Arial"/>
                <a:cs typeface="Arial"/>
              </a:defRPr>
            </a:lvl7pPr>
            <a:lvl8pPr algn="l">
              <a:defRPr sz="1650" b="1">
                <a:solidFill>
                  <a:srgbClr val="164A3A"/>
                </a:solidFill>
                <a:latin typeface="Arial"/>
                <a:ea typeface="Arial"/>
                <a:cs typeface="Arial"/>
              </a:defRPr>
            </a:lvl8pPr>
            <a:lvl9pPr algn="l">
              <a:defRPr sz="1650" b="1">
                <a:solidFill>
                  <a:srgbClr val="164A3A"/>
                </a:solidFill>
                <a:latin typeface="Arial"/>
                <a:ea typeface="Arial"/>
                <a:cs typeface="Arial"/>
              </a:defRPr>
            </a:lvl9pPr>
          </a:lstStyle>
          <a:p xmlns:a="http://schemas.openxmlformats.org/drawingml/2006/main">
            <a:pPr algn="l">
              <a:defRPr sz="1650" b="1">
                <a:solidFill>
                  <a:srgbClr val="164A3A"/>
                </a:solidFill>
                <a:latin typeface="Arial"/>
                <a:ea typeface="Arial"/>
                <a:cs typeface="Arial"/>
              </a:defRPr>
            </a:pPr>
            <a:r>
              <a:rPr sz="1650" b="1">
                <a:solidFill>
                  <a:srgbClr val="164A3A"/>
                </a:solidFill>
                <a:latin typeface="Arial"/>
                <a:ea typeface="Arial"/>
                <a:cs typeface="Arial"/>
              </a:rPr>
              <a:t>Maintenance worker</a:t>
            </a:r>
          </a:p>
        </p:txBody>
      </p:sp>
      <p:sp>
        <p:nvSpPr>
          <p:cNvPr id="17" name="demo-2-body">
            <a:extLst xmlns:a="http://schemas.openxmlformats.org/drawingml/2006/main">
              <a:ext uri="{FF2B5EF4-FFF2-40B4-BE49-F238E27FC236}">
                <a16:creationId xmlns:a16="http://schemas.microsoft.com/office/drawing/2014/main" id="{B8290250-3FAF-4166-8CD9-776059519437}"/>
              </a:ext>
            </a:extLst>
          </p:cNvPr>
          <p:cNvSpPr>
            <a:spLocks xmlns:a="http://schemas.openxmlformats.org/drawingml/2006/main" noGrp="1"/>
          </p:cNvSpPr>
          <p:nvPr/>
        </p:nvSpPr>
        <p:spPr>
          <a:xfrm xmlns:a="http://schemas.openxmlformats.org/drawingml/2006/main">
            <a:off x="1257300" y="4238625"/>
            <a:ext cx="5772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Open assigned work and update progress to resolved.</a:t>
            </a:r>
          </a:p>
        </p:txBody>
      </p:sp>
      <p:sp>
        <p:nvSpPr>
          <p:cNvPr id="18" name="demo-3-num">
            <a:extLst xmlns:a="http://schemas.openxmlformats.org/drawingml/2006/main">
              <a:ext uri="{FF2B5EF4-FFF2-40B4-BE49-F238E27FC236}">
                <a16:creationId xmlns:a16="http://schemas.microsoft.com/office/drawing/2014/main" id="{A3A32C81-C914-4807-AAA6-C35A6FBEC81A}"/>
              </a:ext>
            </a:extLst>
          </p:cNvPr>
          <p:cNvSpPr>
            <a:spLocks xmlns:a="http://schemas.openxmlformats.org/drawingml/2006/main" noGrp="1"/>
          </p:cNvSpPr>
          <p:nvPr/>
        </p:nvSpPr>
        <p:spPr>
          <a:xfrm xmlns:a="http://schemas.openxmlformats.org/drawingml/2006/main">
            <a:off x="800100" y="4772025"/>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04</a:t>
            </a:r>
          </a:p>
        </p:txBody>
      </p:sp>
      <p:sp>
        <p:nvSpPr>
          <p:cNvPr id="19" name="demo-3-heading">
            <a:extLst xmlns:a="http://schemas.openxmlformats.org/drawingml/2006/main">
              <a:ext uri="{FF2B5EF4-FFF2-40B4-BE49-F238E27FC236}">
                <a16:creationId xmlns:a16="http://schemas.microsoft.com/office/drawing/2014/main" id="{18D3AB70-0090-4BB9-9AF8-A6D034ADF6C2}"/>
              </a:ext>
            </a:extLst>
          </p:cNvPr>
          <p:cNvSpPr>
            <a:spLocks xmlns:a="http://schemas.openxmlformats.org/drawingml/2006/main" noGrp="1"/>
          </p:cNvSpPr>
          <p:nvPr/>
        </p:nvSpPr>
        <p:spPr>
          <a:xfrm xmlns:a="http://schemas.openxmlformats.org/drawingml/2006/main">
            <a:off x="1257300" y="476250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64A3A"/>
                </a:solidFill>
                <a:latin typeface="Arial"/>
                <a:ea typeface="Arial"/>
                <a:cs typeface="Arial"/>
              </a:defRPr>
            </a:defPPr>
            <a:lvl1pPr algn="l">
              <a:defRPr sz="1650" b="1">
                <a:solidFill>
                  <a:srgbClr val="164A3A"/>
                </a:solidFill>
                <a:latin typeface="Arial"/>
                <a:ea typeface="Arial"/>
                <a:cs typeface="Arial"/>
              </a:defRPr>
            </a:lvl1pPr>
            <a:lvl2pPr algn="l">
              <a:defRPr sz="1650" b="1">
                <a:solidFill>
                  <a:srgbClr val="164A3A"/>
                </a:solidFill>
                <a:latin typeface="Arial"/>
                <a:ea typeface="Arial"/>
                <a:cs typeface="Arial"/>
              </a:defRPr>
            </a:lvl2pPr>
            <a:lvl3pPr algn="l">
              <a:defRPr sz="1650" b="1">
                <a:solidFill>
                  <a:srgbClr val="164A3A"/>
                </a:solidFill>
                <a:latin typeface="Arial"/>
                <a:ea typeface="Arial"/>
                <a:cs typeface="Arial"/>
              </a:defRPr>
            </a:lvl3pPr>
            <a:lvl4pPr algn="l">
              <a:defRPr sz="1650" b="1">
                <a:solidFill>
                  <a:srgbClr val="164A3A"/>
                </a:solidFill>
                <a:latin typeface="Arial"/>
                <a:ea typeface="Arial"/>
                <a:cs typeface="Arial"/>
              </a:defRPr>
            </a:lvl4pPr>
            <a:lvl5pPr algn="l">
              <a:defRPr sz="1650" b="1">
                <a:solidFill>
                  <a:srgbClr val="164A3A"/>
                </a:solidFill>
                <a:latin typeface="Arial"/>
                <a:ea typeface="Arial"/>
                <a:cs typeface="Arial"/>
              </a:defRPr>
            </a:lvl5pPr>
            <a:lvl6pPr algn="l">
              <a:defRPr sz="1650" b="1">
                <a:solidFill>
                  <a:srgbClr val="164A3A"/>
                </a:solidFill>
                <a:latin typeface="Arial"/>
                <a:ea typeface="Arial"/>
                <a:cs typeface="Arial"/>
              </a:defRPr>
            </a:lvl6pPr>
            <a:lvl7pPr algn="l">
              <a:defRPr sz="1650" b="1">
                <a:solidFill>
                  <a:srgbClr val="164A3A"/>
                </a:solidFill>
                <a:latin typeface="Arial"/>
                <a:ea typeface="Arial"/>
                <a:cs typeface="Arial"/>
              </a:defRPr>
            </a:lvl7pPr>
            <a:lvl8pPr algn="l">
              <a:defRPr sz="1650" b="1">
                <a:solidFill>
                  <a:srgbClr val="164A3A"/>
                </a:solidFill>
                <a:latin typeface="Arial"/>
                <a:ea typeface="Arial"/>
                <a:cs typeface="Arial"/>
              </a:defRPr>
            </a:lvl8pPr>
            <a:lvl9pPr algn="l">
              <a:defRPr sz="1650" b="1">
                <a:solidFill>
                  <a:srgbClr val="164A3A"/>
                </a:solidFill>
                <a:latin typeface="Arial"/>
                <a:ea typeface="Arial"/>
                <a:cs typeface="Arial"/>
              </a:defRPr>
            </a:lvl9pPr>
          </a:lstStyle>
          <a:p xmlns:a="http://schemas.openxmlformats.org/drawingml/2006/main">
            <a:pPr algn="l">
              <a:defRPr sz="1650" b="1">
                <a:solidFill>
                  <a:srgbClr val="164A3A"/>
                </a:solidFill>
                <a:latin typeface="Arial"/>
                <a:ea typeface="Arial"/>
                <a:cs typeface="Arial"/>
              </a:defRPr>
            </a:pPr>
            <a:r>
              <a:rPr sz="1650" b="1">
                <a:solidFill>
                  <a:srgbClr val="164A3A"/>
                </a:solidFill>
                <a:latin typeface="Arial"/>
                <a:ea typeface="Arial"/>
                <a:cs typeface="Arial"/>
              </a:rPr>
              <a:t>Student</a:t>
            </a:r>
          </a:p>
        </p:txBody>
      </p:sp>
      <p:sp>
        <p:nvSpPr>
          <p:cNvPr id="20" name="demo-3-body">
            <a:extLst xmlns:a="http://schemas.openxmlformats.org/drawingml/2006/main">
              <a:ext uri="{FF2B5EF4-FFF2-40B4-BE49-F238E27FC236}">
                <a16:creationId xmlns:a16="http://schemas.microsoft.com/office/drawing/2014/main" id="{3F642AAD-B63E-48FD-B5A7-69BDBA8E0CE7}"/>
              </a:ext>
            </a:extLst>
          </p:cNvPr>
          <p:cNvSpPr>
            <a:spLocks xmlns:a="http://schemas.openxmlformats.org/drawingml/2006/main" noGrp="1"/>
          </p:cNvSpPr>
          <p:nvPr/>
        </p:nvSpPr>
        <p:spPr>
          <a:xfrm xmlns:a="http://schemas.openxmlformats.org/drawingml/2006/main">
            <a:off x="1257300" y="5057775"/>
            <a:ext cx="5772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8312A"/>
                </a:solidFill>
                <a:latin typeface="Arial"/>
                <a:ea typeface="Arial"/>
                <a:cs typeface="Arial"/>
              </a:defRPr>
            </a:defPPr>
            <a:lvl1pPr algn="l">
              <a:defRPr sz="1350" b="0">
                <a:solidFill>
                  <a:srgbClr val="18312A"/>
                </a:solidFill>
                <a:latin typeface="Arial"/>
                <a:ea typeface="Arial"/>
                <a:cs typeface="Arial"/>
              </a:defRPr>
            </a:lvl1pPr>
            <a:lvl2pPr algn="l">
              <a:defRPr sz="1350" b="0">
                <a:solidFill>
                  <a:srgbClr val="18312A"/>
                </a:solidFill>
                <a:latin typeface="Arial"/>
                <a:ea typeface="Arial"/>
                <a:cs typeface="Arial"/>
              </a:defRPr>
            </a:lvl2pPr>
            <a:lvl3pPr algn="l">
              <a:defRPr sz="1350" b="0">
                <a:solidFill>
                  <a:srgbClr val="18312A"/>
                </a:solidFill>
                <a:latin typeface="Arial"/>
                <a:ea typeface="Arial"/>
                <a:cs typeface="Arial"/>
              </a:defRPr>
            </a:lvl3pPr>
            <a:lvl4pPr algn="l">
              <a:defRPr sz="1350" b="0">
                <a:solidFill>
                  <a:srgbClr val="18312A"/>
                </a:solidFill>
                <a:latin typeface="Arial"/>
                <a:ea typeface="Arial"/>
                <a:cs typeface="Arial"/>
              </a:defRPr>
            </a:lvl4pPr>
            <a:lvl5pPr algn="l">
              <a:defRPr sz="1350" b="0">
                <a:solidFill>
                  <a:srgbClr val="18312A"/>
                </a:solidFill>
                <a:latin typeface="Arial"/>
                <a:ea typeface="Arial"/>
                <a:cs typeface="Arial"/>
              </a:defRPr>
            </a:lvl5pPr>
            <a:lvl6pPr algn="l">
              <a:defRPr sz="1350" b="0">
                <a:solidFill>
                  <a:srgbClr val="18312A"/>
                </a:solidFill>
                <a:latin typeface="Arial"/>
                <a:ea typeface="Arial"/>
                <a:cs typeface="Arial"/>
              </a:defRPr>
            </a:lvl6pPr>
            <a:lvl7pPr algn="l">
              <a:defRPr sz="1350" b="0">
                <a:solidFill>
                  <a:srgbClr val="18312A"/>
                </a:solidFill>
                <a:latin typeface="Arial"/>
                <a:ea typeface="Arial"/>
                <a:cs typeface="Arial"/>
              </a:defRPr>
            </a:lvl7pPr>
            <a:lvl8pPr algn="l">
              <a:defRPr sz="1350" b="0">
                <a:solidFill>
                  <a:srgbClr val="18312A"/>
                </a:solidFill>
                <a:latin typeface="Arial"/>
                <a:ea typeface="Arial"/>
                <a:cs typeface="Arial"/>
              </a:defRPr>
            </a:lvl8pPr>
            <a:lvl9pPr algn="l">
              <a:defRPr sz="1350" b="0">
                <a:solidFill>
                  <a:srgbClr val="18312A"/>
                </a:solidFill>
                <a:latin typeface="Arial"/>
                <a:ea typeface="Arial"/>
                <a:cs typeface="Arial"/>
              </a:defRPr>
            </a:lvl9pPr>
          </a:lstStyle>
          <a:p xmlns:a="http://schemas.openxmlformats.org/drawingml/2006/main">
            <a:pPr algn="l">
              <a:defRPr sz="1350" b="0">
                <a:solidFill>
                  <a:srgbClr val="18312A"/>
                </a:solidFill>
                <a:latin typeface="Arial"/>
                <a:ea typeface="Arial"/>
                <a:cs typeface="Arial"/>
              </a:defRPr>
            </a:pPr>
            <a:r>
              <a:rPr sz="1350" b="0">
                <a:solidFill>
                  <a:srgbClr val="18312A"/>
                </a:solidFill>
                <a:latin typeface="Arial"/>
                <a:ea typeface="Arial"/>
                <a:cs typeface="Arial"/>
              </a:rPr>
              <a:t>Review the outcome and submit feedback to close the complaint.</a:t>
            </a:r>
          </a:p>
        </p:txBody>
      </p:sp>
      <p:sp>
        <p:nvSpPr>
          <p:cNvPr id="21" name="demo-divider">
            <a:extLst xmlns:a="http://schemas.openxmlformats.org/drawingml/2006/main">
              <a:ext uri="{FF2B5EF4-FFF2-40B4-BE49-F238E27FC236}">
                <a16:creationId xmlns:a16="http://schemas.microsoft.com/office/drawing/2014/main" id="{3CF5EBC8-6713-4CEB-AA90-611A44AAD114}"/>
              </a:ext>
            </a:extLst>
          </p:cNvPr>
          <p:cNvSpPr>
            <a:spLocks xmlns:a="http://schemas.openxmlformats.org/drawingml/2006/main" noGrp="1"/>
          </p:cNvSpPr>
          <p:nvPr/>
        </p:nvSpPr>
        <p:spPr>
          <a:xfrm xmlns:a="http://schemas.openxmlformats.org/drawingml/2006/main">
            <a:off x="7524750" y="1857375"/>
            <a:ext cx="19050" cy="3476625"/>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2" name="docs-head">
            <a:extLst xmlns:a="http://schemas.openxmlformats.org/drawingml/2006/main">
              <a:ext uri="{FF2B5EF4-FFF2-40B4-BE49-F238E27FC236}">
                <a16:creationId xmlns:a16="http://schemas.microsoft.com/office/drawing/2014/main" id="{4F1AF09E-7240-4A13-BF21-13C29E49508E}"/>
              </a:ext>
            </a:extLst>
          </p:cNvPr>
          <p:cNvSpPr>
            <a:spLocks xmlns:a="http://schemas.openxmlformats.org/drawingml/2006/main" noGrp="1"/>
          </p:cNvSpPr>
          <p:nvPr/>
        </p:nvSpPr>
        <p:spPr>
          <a:xfrm xmlns:a="http://schemas.openxmlformats.org/drawingml/2006/main">
            <a:off x="7924800" y="1847850"/>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89B55"/>
                </a:solidFill>
                <a:latin typeface="Arial"/>
                <a:ea typeface="Arial"/>
                <a:cs typeface="Arial"/>
              </a:defRPr>
            </a:defPPr>
            <a:lvl1pPr algn="l">
              <a:defRPr sz="1200" b="1">
                <a:solidFill>
                  <a:srgbClr val="D89B55"/>
                </a:solidFill>
                <a:latin typeface="Arial"/>
                <a:ea typeface="Arial"/>
                <a:cs typeface="Arial"/>
              </a:defRPr>
            </a:lvl1pPr>
            <a:lvl2pPr algn="l">
              <a:defRPr sz="1200" b="1">
                <a:solidFill>
                  <a:srgbClr val="D89B55"/>
                </a:solidFill>
                <a:latin typeface="Arial"/>
                <a:ea typeface="Arial"/>
                <a:cs typeface="Arial"/>
              </a:defRPr>
            </a:lvl2pPr>
            <a:lvl3pPr algn="l">
              <a:defRPr sz="1200" b="1">
                <a:solidFill>
                  <a:srgbClr val="D89B55"/>
                </a:solidFill>
                <a:latin typeface="Arial"/>
                <a:ea typeface="Arial"/>
                <a:cs typeface="Arial"/>
              </a:defRPr>
            </a:lvl3pPr>
            <a:lvl4pPr algn="l">
              <a:defRPr sz="1200" b="1">
                <a:solidFill>
                  <a:srgbClr val="D89B55"/>
                </a:solidFill>
                <a:latin typeface="Arial"/>
                <a:ea typeface="Arial"/>
                <a:cs typeface="Arial"/>
              </a:defRPr>
            </a:lvl4pPr>
            <a:lvl5pPr algn="l">
              <a:defRPr sz="1200" b="1">
                <a:solidFill>
                  <a:srgbClr val="D89B55"/>
                </a:solidFill>
                <a:latin typeface="Arial"/>
                <a:ea typeface="Arial"/>
                <a:cs typeface="Arial"/>
              </a:defRPr>
            </a:lvl5pPr>
            <a:lvl6pPr algn="l">
              <a:defRPr sz="1200" b="1">
                <a:solidFill>
                  <a:srgbClr val="D89B55"/>
                </a:solidFill>
                <a:latin typeface="Arial"/>
                <a:ea typeface="Arial"/>
                <a:cs typeface="Arial"/>
              </a:defRPr>
            </a:lvl6pPr>
            <a:lvl7pPr algn="l">
              <a:defRPr sz="1200" b="1">
                <a:solidFill>
                  <a:srgbClr val="D89B55"/>
                </a:solidFill>
                <a:latin typeface="Arial"/>
                <a:ea typeface="Arial"/>
                <a:cs typeface="Arial"/>
              </a:defRPr>
            </a:lvl7pPr>
            <a:lvl8pPr algn="l">
              <a:defRPr sz="1200" b="1">
                <a:solidFill>
                  <a:srgbClr val="D89B55"/>
                </a:solidFill>
                <a:latin typeface="Arial"/>
                <a:ea typeface="Arial"/>
                <a:cs typeface="Arial"/>
              </a:defRPr>
            </a:lvl8pPr>
            <a:lvl9pPr algn="l">
              <a:defRPr sz="1200" b="1">
                <a:solidFill>
                  <a:srgbClr val="D89B55"/>
                </a:solidFill>
                <a:latin typeface="Arial"/>
                <a:ea typeface="Arial"/>
                <a:cs typeface="Arial"/>
              </a:defRPr>
            </a:lvl9pPr>
          </a:lstStyle>
          <a:p xmlns:a="http://schemas.openxmlformats.org/drawingml/2006/main">
            <a:pPr algn="l">
              <a:defRPr sz="1200" b="1">
                <a:solidFill>
                  <a:srgbClr val="D89B55"/>
                </a:solidFill>
                <a:latin typeface="Arial"/>
                <a:ea typeface="Arial"/>
                <a:cs typeface="Arial"/>
              </a:defRPr>
            </a:pPr>
            <a:r>
              <a:rPr sz="1200" b="1">
                <a:solidFill>
                  <a:srgbClr val="D89B55"/>
                </a:solidFill>
                <a:latin typeface="Arial"/>
                <a:ea typeface="Arial"/>
                <a:cs typeface="Arial"/>
              </a:rPr>
              <a:t>PROJECT DOCUMENTATION</a:t>
            </a:r>
          </a:p>
        </p:txBody>
      </p:sp>
      <p:sp>
        <p:nvSpPr>
          <p:cNvPr id="23" name="docs-text">
            <a:extLst xmlns:a="http://schemas.openxmlformats.org/drawingml/2006/main">
              <a:ext uri="{FF2B5EF4-FFF2-40B4-BE49-F238E27FC236}">
                <a16:creationId xmlns:a16="http://schemas.microsoft.com/office/drawing/2014/main" id="{B5461E4A-C29E-48FA-83C4-AD1D8847F9B3}"/>
              </a:ext>
            </a:extLst>
          </p:cNvPr>
          <p:cNvSpPr>
            <a:spLocks xmlns:a="http://schemas.openxmlformats.org/drawingml/2006/main" noGrp="1"/>
          </p:cNvSpPr>
          <p:nvPr/>
        </p:nvSpPr>
        <p:spPr>
          <a:xfrm xmlns:a="http://schemas.openxmlformats.org/drawingml/2006/main">
            <a:off x="7962900" y="2324100"/>
            <a:ext cx="3381375"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312A"/>
                </a:solidFill>
                <a:latin typeface="Arial"/>
                <a:ea typeface="Arial"/>
                <a:cs typeface="Arial"/>
              </a:defRPr>
            </a:defPPr>
            <a:lvl1pPr algn="l">
              <a:defRPr sz="1425" b="0">
                <a:solidFill>
                  <a:srgbClr val="18312A"/>
                </a:solidFill>
                <a:latin typeface="Arial"/>
                <a:ea typeface="Arial"/>
                <a:cs typeface="Arial"/>
              </a:defRPr>
            </a:lvl1pPr>
            <a:lvl2pPr algn="l">
              <a:defRPr sz="1425" b="0">
                <a:solidFill>
                  <a:srgbClr val="18312A"/>
                </a:solidFill>
                <a:latin typeface="Arial"/>
                <a:ea typeface="Arial"/>
                <a:cs typeface="Arial"/>
              </a:defRPr>
            </a:lvl2pPr>
            <a:lvl3pPr algn="l">
              <a:defRPr sz="1425" b="0">
                <a:solidFill>
                  <a:srgbClr val="18312A"/>
                </a:solidFill>
                <a:latin typeface="Arial"/>
                <a:ea typeface="Arial"/>
                <a:cs typeface="Arial"/>
              </a:defRPr>
            </a:lvl3pPr>
            <a:lvl4pPr algn="l">
              <a:defRPr sz="1425" b="0">
                <a:solidFill>
                  <a:srgbClr val="18312A"/>
                </a:solidFill>
                <a:latin typeface="Arial"/>
                <a:ea typeface="Arial"/>
                <a:cs typeface="Arial"/>
              </a:defRPr>
            </a:lvl4pPr>
            <a:lvl5pPr algn="l">
              <a:defRPr sz="1425" b="0">
                <a:solidFill>
                  <a:srgbClr val="18312A"/>
                </a:solidFill>
                <a:latin typeface="Arial"/>
                <a:ea typeface="Arial"/>
                <a:cs typeface="Arial"/>
              </a:defRPr>
            </a:lvl5pPr>
            <a:lvl6pPr algn="l">
              <a:defRPr sz="1425" b="0">
                <a:solidFill>
                  <a:srgbClr val="18312A"/>
                </a:solidFill>
                <a:latin typeface="Arial"/>
                <a:ea typeface="Arial"/>
                <a:cs typeface="Arial"/>
              </a:defRPr>
            </a:lvl6pPr>
            <a:lvl7pPr algn="l">
              <a:defRPr sz="1425" b="0">
                <a:solidFill>
                  <a:srgbClr val="18312A"/>
                </a:solidFill>
                <a:latin typeface="Arial"/>
                <a:ea typeface="Arial"/>
                <a:cs typeface="Arial"/>
              </a:defRPr>
            </a:lvl7pPr>
            <a:lvl8pPr algn="l">
              <a:defRPr sz="1425" b="0">
                <a:solidFill>
                  <a:srgbClr val="18312A"/>
                </a:solidFill>
                <a:latin typeface="Arial"/>
                <a:ea typeface="Arial"/>
                <a:cs typeface="Arial"/>
              </a:defRPr>
            </a:lvl8pPr>
            <a:lvl9pPr algn="l">
              <a:defRPr sz="1425" b="0">
                <a:solidFill>
                  <a:srgbClr val="18312A"/>
                </a:solidFill>
                <a:latin typeface="Arial"/>
                <a:ea typeface="Arial"/>
                <a:cs typeface="Arial"/>
              </a:defRPr>
            </a:lvl9pPr>
          </a:lstStyle>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01  MySQL DDL, triggers, and procedures</a:t>
            </a:r>
          </a:p>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02  Database README and setup order</a:t>
            </a:r>
          </a:p>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03  Detailed database reference PDF</a:t>
            </a:r>
          </a:p>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04  Two-page ER diagram (PNG and SVG)</a:t>
            </a:r>
          </a:p>
          <a:p xmlns:a="http://schemas.openxmlformats.org/drawingml/2006/main">
            <a:pPr algn="l">
              <a:defRPr sz="1425" b="0">
                <a:solidFill>
                  <a:srgbClr val="18312A"/>
                </a:solidFill>
                <a:latin typeface="Arial"/>
                <a:ea typeface="Arial"/>
                <a:cs typeface="Arial"/>
              </a:defRPr>
            </a:pPr>
            <a:r>
              <a:rPr sz="1425" b="0">
                <a:solidFill>
                  <a:srgbClr val="18312A"/>
                </a:solidFill>
                <a:latin typeface="Arial"/>
                <a:ea typeface="Arial"/>
                <a:cs typeface="Arial"/>
              </a:rPr>
              <a:t>05  Current local demo database</a:t>
            </a:r>
          </a:p>
        </p:txBody>
      </p:sp>
      <p:sp>
        <p:nvSpPr>
          <p:cNvPr id="24" name="demo-bottom-rule">
            <a:extLst xmlns:a="http://schemas.openxmlformats.org/drawingml/2006/main">
              <a:ext uri="{FF2B5EF4-FFF2-40B4-BE49-F238E27FC236}">
                <a16:creationId xmlns:a16="http://schemas.microsoft.com/office/drawing/2014/main" id="{3BC9FF5A-1964-4FB3-8DDA-9F763779CA82}"/>
              </a:ext>
            </a:extLst>
          </p:cNvPr>
          <p:cNvSpPr>
            <a:spLocks xmlns:a="http://schemas.openxmlformats.org/drawingml/2006/main" noGrp="1"/>
          </p:cNvSpPr>
          <p:nvPr/>
        </p:nvSpPr>
        <p:spPr>
          <a:xfrm xmlns:a="http://schemas.openxmlformats.org/drawingml/2006/main">
            <a:off x="800100" y="5743575"/>
            <a:ext cx="10668000" cy="19050"/>
          </a:xfrm>
          <a:prstGeom xmlns:a="http://schemas.openxmlformats.org/drawingml/2006/main" prst="rect">
            <a:avLst/>
          </a:prstGeom>
          <a:solidFill xmlns:a="http://schemas.openxmlformats.org/drawingml/2006/main">
            <a:srgbClr val="CBD8D1"/>
          </a:solidFill>
          <a:ln xmlns:a="http://schemas.openxmlformats.org/drawingml/2006/main" w="0">
            <a:noFill/>
            <a:prstDash val="solid"/>
          </a:ln>
        </p:spPr>
      </p:sp>
      <p:sp>
        <p:nvSpPr>
          <p:cNvPr id="25" name="demo-current">
            <a:extLst xmlns:a="http://schemas.openxmlformats.org/drawingml/2006/main">
              <a:ext uri="{FF2B5EF4-FFF2-40B4-BE49-F238E27FC236}">
                <a16:creationId xmlns:a16="http://schemas.microsoft.com/office/drawing/2014/main" id="{884B72BB-13A5-4CA7-B216-30CDE90431BD}"/>
              </a:ext>
            </a:extLst>
          </p:cNvPr>
          <p:cNvSpPr>
            <a:spLocks xmlns:a="http://schemas.openxmlformats.org/drawingml/2006/main" noGrp="1"/>
          </p:cNvSpPr>
          <p:nvPr/>
        </p:nvSpPr>
        <p:spPr>
          <a:xfrm xmlns:a="http://schemas.openxmlformats.org/drawingml/2006/main">
            <a:off x="800100" y="5867400"/>
            <a:ext cx="10620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64A3A"/>
                </a:solidFill>
                <a:latin typeface="Arial"/>
                <a:ea typeface="Arial"/>
                <a:cs typeface="Arial"/>
              </a:defRPr>
            </a:defPPr>
            <a:lvl1pPr algn="l">
              <a:defRPr sz="1350" b="1">
                <a:solidFill>
                  <a:srgbClr val="164A3A"/>
                </a:solidFill>
                <a:latin typeface="Arial"/>
                <a:ea typeface="Arial"/>
                <a:cs typeface="Arial"/>
              </a:defRPr>
            </a:lvl1pPr>
            <a:lvl2pPr algn="l">
              <a:defRPr sz="1350" b="1">
                <a:solidFill>
                  <a:srgbClr val="164A3A"/>
                </a:solidFill>
                <a:latin typeface="Arial"/>
                <a:ea typeface="Arial"/>
                <a:cs typeface="Arial"/>
              </a:defRPr>
            </a:lvl2pPr>
            <a:lvl3pPr algn="l">
              <a:defRPr sz="1350" b="1">
                <a:solidFill>
                  <a:srgbClr val="164A3A"/>
                </a:solidFill>
                <a:latin typeface="Arial"/>
                <a:ea typeface="Arial"/>
                <a:cs typeface="Arial"/>
              </a:defRPr>
            </a:lvl3pPr>
            <a:lvl4pPr algn="l">
              <a:defRPr sz="1350" b="1">
                <a:solidFill>
                  <a:srgbClr val="164A3A"/>
                </a:solidFill>
                <a:latin typeface="Arial"/>
                <a:ea typeface="Arial"/>
                <a:cs typeface="Arial"/>
              </a:defRPr>
            </a:lvl4pPr>
            <a:lvl5pPr algn="l">
              <a:defRPr sz="1350" b="1">
                <a:solidFill>
                  <a:srgbClr val="164A3A"/>
                </a:solidFill>
                <a:latin typeface="Arial"/>
                <a:ea typeface="Arial"/>
                <a:cs typeface="Arial"/>
              </a:defRPr>
            </a:lvl5pPr>
            <a:lvl6pPr algn="l">
              <a:defRPr sz="1350" b="1">
                <a:solidFill>
                  <a:srgbClr val="164A3A"/>
                </a:solidFill>
                <a:latin typeface="Arial"/>
                <a:ea typeface="Arial"/>
                <a:cs typeface="Arial"/>
              </a:defRPr>
            </a:lvl6pPr>
            <a:lvl7pPr algn="l">
              <a:defRPr sz="1350" b="1">
                <a:solidFill>
                  <a:srgbClr val="164A3A"/>
                </a:solidFill>
                <a:latin typeface="Arial"/>
                <a:ea typeface="Arial"/>
                <a:cs typeface="Arial"/>
              </a:defRPr>
            </a:lvl7pPr>
            <a:lvl8pPr algn="l">
              <a:defRPr sz="1350" b="1">
                <a:solidFill>
                  <a:srgbClr val="164A3A"/>
                </a:solidFill>
                <a:latin typeface="Arial"/>
                <a:ea typeface="Arial"/>
                <a:cs typeface="Arial"/>
              </a:defRPr>
            </a:lvl8pPr>
            <a:lvl9pPr algn="l">
              <a:defRPr sz="1350" b="1">
                <a:solidFill>
                  <a:srgbClr val="164A3A"/>
                </a:solidFill>
                <a:latin typeface="Arial"/>
                <a:ea typeface="Arial"/>
                <a:cs typeface="Arial"/>
              </a:defRPr>
            </a:lvl9pPr>
          </a:lstStyle>
          <a:p xmlns:a="http://schemas.openxmlformats.org/drawingml/2006/main">
            <a:pPr algn="l">
              <a:defRPr sz="1350" b="1">
                <a:solidFill>
                  <a:srgbClr val="164A3A"/>
                </a:solidFill>
                <a:latin typeface="Arial"/>
                <a:ea typeface="Arial"/>
                <a:cs typeface="Arial"/>
              </a:defRPr>
            </a:pPr>
            <a:r>
              <a:rPr sz="1350" b="1">
                <a:solidFill>
                  <a:srgbClr val="164A3A"/>
                </a:solidFill>
                <a:latin typeface="Arial"/>
                <a:ea typeface="Arial"/>
                <a:cs typeface="Arial"/>
              </a:rPr>
              <a:t>Current scope: 150 students  •  45 rooms  •  15 active workers  •  3 wardens  •  11 complaints</a:t>
            </a:r>
          </a:p>
        </p:txBody>
      </p:sp>
    </p:spTree>
    <p:extLst>
      <p:ext uri="{BB962C8B-B14F-4D97-AF65-F5344CB8AC3E}">
        <p14:creationId xmlns:p14="http://schemas.microsoft.com/office/powerpoint/2010/main" val="369656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2026-10-26T15:07:32.3330000Z</dcterms:created>
  <dcterms:modified xsi:type="dcterms:W3CDTF">2026-10-26T15:07:32.3330000Z</dcterms:modified>
</coreProperties>
</file>